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50521-BD55-463D-A643-0AE28E258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111097-CDF0-42DD-B5BA-21FA001D8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001E9-3842-4EB5-A97C-4A820C04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EB222A-EDF2-455B-85CC-EB85D28A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39F4A8-4B01-4CC8-9363-BF3D6957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29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4C328-0BB8-47B6-8650-4FAD66FA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72C64-DEA4-4AD9-A1BF-A74111F39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5276B-3791-4FB9-B462-EE177B13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BD9D39-EDD8-4818-AD4E-715A0584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EF9DB-C563-429F-9AB8-589916EBC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27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A5CAE-4593-4F3D-B68A-1F7CF61B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B3D66-26B4-4F50-A73D-C9434951D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071710-765D-43C2-95D2-10E2D73D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47137-8FBC-4BA4-B0C4-DC694084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2CB85-1DA9-4BEB-8CAA-FDF7C098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1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0EEB0-5043-45FA-81DC-D709B7CD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4C6B2-3A93-427C-92D4-E1B0C63BA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E4B75D-33DB-45A7-9E11-59720CA05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AAFB26-415F-4DFE-97E2-41E796D7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DED755-5C5B-4CBB-B385-E50A72DE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F7A0B6-DE17-4EA1-834F-9B008724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65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FEAB9-CBDB-46D8-9483-520DD56D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E1F0E-BEC8-4CDD-A0A7-03B3C2758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1AD613-541D-43F9-BCB9-B8B0EB845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BC7720-8520-4E88-97F4-912F1C7D8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00ED2-6D81-449F-A056-7EEF15B72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D9D991-3DA6-4612-8487-A32C168D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B7043F-55A8-4850-895A-E9D039EB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6A6B55-333E-4208-83B8-174377FD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24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E9AFC-6E92-4897-8646-5396E41C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1A0C2F-49E0-45B9-91B0-5A1592CF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292C0-E5CA-4703-B262-DAC427F7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3D13AC-A438-4183-B50E-56849096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6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203754-61F1-4A7C-B105-53B542F3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37B36D-ED8D-4F01-AFCF-B694CBCE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E22368-35E6-4C45-9204-794BF0FE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13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658C5-3385-4AD6-9E0A-01CFF8D3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745E8-919A-4195-912A-6EAD67F3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F0CE28-8607-44A9-AC57-CF6685383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90FCE1-5A37-4650-88D3-9BAE70B97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44CDEE-064C-4B96-8B4A-70BA858BE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94F0FC-5C10-4679-BAFF-B8EB6036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9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C5D90-6F10-4006-AE48-2A8FB32FF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827F1-780B-46A6-80D1-A41BE38B1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C85CCB-731A-4741-BF12-A290A18B5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1A24CA-D302-4AE8-B86A-EF3B4692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CAF1BB-F316-44C8-93DF-2C0F2765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8F68C-1390-4D59-9CD3-15F14A00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23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7F8C0-4456-49D2-94CB-11C99B8E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CF5198-ED98-42D0-B84D-4DCF7FA45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2ABA4-D0AD-4C04-9C77-94BB8F6E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BBDB9-8DC4-478A-A216-FE1993A3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CF6DFE-25DA-49C7-A0A5-353A7244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23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6A885F-A708-453D-A1AD-981E76937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787233-4C0B-496C-B77F-3FC1EED09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AD8B4-E5E9-4AC5-A7FF-8E870727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5B2DDA-6178-409E-B6F8-BE678216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3F5934-BEA7-416B-AC89-4B5AE2C1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88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DA53E9-B4A3-4D55-B957-5486637A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76E39D-978F-4F18-841E-AF19D1A1F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84BA68-4705-41D6-A112-08AE3F9DC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EA08C-54E2-46D7-9848-5B87402D19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7582A-6C75-47BC-8A00-2F48DEA34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E7A95-BEEC-4D6A-ACC9-1EC3741E7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23B8E-A83A-4C8A-9040-E4A345D4D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06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BFF7943-872F-40C0-A451-AB5F6DE6A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246" y="671120"/>
            <a:ext cx="8545847" cy="604846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84CA062-6F0D-4B30-A9A1-2A26368379D9}"/>
              </a:ext>
            </a:extLst>
          </p:cNvPr>
          <p:cNvSpPr/>
          <p:nvPr/>
        </p:nvSpPr>
        <p:spPr>
          <a:xfrm>
            <a:off x="3558331" y="2021746"/>
            <a:ext cx="5075338" cy="696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1DCDE-369D-42A9-BAC7-6FB9068287F2}"/>
              </a:ext>
            </a:extLst>
          </p:cNvPr>
          <p:cNvSpPr txBox="1"/>
          <p:nvPr/>
        </p:nvSpPr>
        <p:spPr>
          <a:xfrm>
            <a:off x="353557" y="301788"/>
            <a:ext cx="197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1.MySQL </a:t>
            </a:r>
            <a:r>
              <a:rPr lang="ko-KR" altLang="en-US" dirty="0"/>
              <a:t>설치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779A4-43F8-412E-9D28-A43DF85452CA}"/>
              </a:ext>
            </a:extLst>
          </p:cNvPr>
          <p:cNvSpPr txBox="1"/>
          <p:nvPr/>
        </p:nvSpPr>
        <p:spPr>
          <a:xfrm>
            <a:off x="3380764" y="477849"/>
            <a:ext cx="5177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Mysql</a:t>
            </a:r>
            <a:r>
              <a:rPr lang="en-US" altLang="ko-KR" sz="1200" dirty="0">
                <a:solidFill>
                  <a:srgbClr val="FF0000"/>
                </a:solidFill>
              </a:rPr>
              <a:t> community download </a:t>
            </a:r>
            <a:r>
              <a:rPr lang="ko-KR" altLang="en-US" sz="1200" dirty="0">
                <a:solidFill>
                  <a:srgbClr val="FF0000"/>
                </a:solidFill>
              </a:rPr>
              <a:t>검색</a:t>
            </a:r>
          </a:p>
        </p:txBody>
      </p:sp>
    </p:spTree>
    <p:extLst>
      <p:ext uri="{BB962C8B-B14F-4D97-AF65-F5344CB8AC3E}">
        <p14:creationId xmlns:p14="http://schemas.microsoft.com/office/powerpoint/2010/main" val="364173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3BF7AC6-1F7F-43A9-8F01-8A11AC0F9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913"/>
            <a:ext cx="12192000" cy="63801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6F4D02-E996-4875-BD23-49F9EEB8A755}"/>
              </a:ext>
            </a:extLst>
          </p:cNvPr>
          <p:cNvSpPr/>
          <p:nvPr/>
        </p:nvSpPr>
        <p:spPr>
          <a:xfrm>
            <a:off x="2021747" y="4244829"/>
            <a:ext cx="2214693" cy="327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0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9D393C-2358-430E-A931-2FFA2039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84" y="75501"/>
            <a:ext cx="9059863" cy="661717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80FFFF4-B828-4EB9-BD27-9E84928B67E9}"/>
              </a:ext>
            </a:extLst>
          </p:cNvPr>
          <p:cNvSpPr/>
          <p:nvPr/>
        </p:nvSpPr>
        <p:spPr>
          <a:xfrm>
            <a:off x="2080469" y="4387443"/>
            <a:ext cx="6971251" cy="553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70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172002-B70A-4378-9C06-A67C9A020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247" y="0"/>
            <a:ext cx="8572499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0012FBB-14A9-4150-A3E7-A0325EA166A5}"/>
              </a:ext>
            </a:extLst>
          </p:cNvPr>
          <p:cNvSpPr/>
          <p:nvPr/>
        </p:nvSpPr>
        <p:spPr>
          <a:xfrm>
            <a:off x="2441197" y="4630725"/>
            <a:ext cx="2416029" cy="360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34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EC3CF2-FFC1-4ADB-8B82-DC4BE63B4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155" y="604443"/>
            <a:ext cx="7497221" cy="564911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BA7F9E0-A6C7-4FE4-BC59-B087A4ECC069}"/>
              </a:ext>
            </a:extLst>
          </p:cNvPr>
          <p:cNvSpPr/>
          <p:nvPr/>
        </p:nvSpPr>
        <p:spPr>
          <a:xfrm>
            <a:off x="7632700" y="5855516"/>
            <a:ext cx="865348" cy="285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2CB8E6-1F36-4583-825C-A30932ED638A}"/>
              </a:ext>
            </a:extLst>
          </p:cNvPr>
          <p:cNvSpPr/>
          <p:nvPr/>
        </p:nvSpPr>
        <p:spPr>
          <a:xfrm>
            <a:off x="4354002" y="2103337"/>
            <a:ext cx="1741998" cy="497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28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C1B8589-4DC0-49EF-A9C8-5AED9110D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23" y="475907"/>
            <a:ext cx="3575239" cy="26484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E5EDF7-40B5-4ABB-95F6-A5625ADD9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664" y="397278"/>
            <a:ext cx="3625470" cy="27271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000A1E-6CC5-4C2E-B0E8-D77EC347C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88" y="3540654"/>
            <a:ext cx="4018753" cy="30153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4A79CFE-0D7B-46A0-9B24-BD5A4518E5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24" y="3720449"/>
            <a:ext cx="3906445" cy="2940974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F574AE3-99BA-49A8-A970-5326C3FD4823}"/>
              </a:ext>
            </a:extLst>
          </p:cNvPr>
          <p:cNvCxnSpPr>
            <a:cxnSpLocks/>
          </p:cNvCxnSpPr>
          <p:nvPr/>
        </p:nvCxnSpPr>
        <p:spPr>
          <a:xfrm>
            <a:off x="4925737" y="1516179"/>
            <a:ext cx="108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E0FA10D-D7BD-4BE2-807C-52F5FCA08062}"/>
              </a:ext>
            </a:extLst>
          </p:cNvPr>
          <p:cNvCxnSpPr>
            <a:cxnSpLocks/>
          </p:cNvCxnSpPr>
          <p:nvPr/>
        </p:nvCxnSpPr>
        <p:spPr>
          <a:xfrm flipH="1">
            <a:off x="5077688" y="3019706"/>
            <a:ext cx="506213" cy="409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844CEDE-97FD-4FDA-8904-7CBAF7C2B83C}"/>
              </a:ext>
            </a:extLst>
          </p:cNvPr>
          <p:cNvCxnSpPr>
            <a:cxnSpLocks/>
          </p:cNvCxnSpPr>
          <p:nvPr/>
        </p:nvCxnSpPr>
        <p:spPr>
          <a:xfrm>
            <a:off x="5043511" y="5164939"/>
            <a:ext cx="108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E0A840-6DAC-4012-BE97-F1038867DAA3}"/>
              </a:ext>
            </a:extLst>
          </p:cNvPr>
          <p:cNvSpPr/>
          <p:nvPr/>
        </p:nvSpPr>
        <p:spPr>
          <a:xfrm>
            <a:off x="2070799" y="1170761"/>
            <a:ext cx="1656789" cy="156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0667DC-95C7-4C41-8271-AD2654D06164}"/>
              </a:ext>
            </a:extLst>
          </p:cNvPr>
          <p:cNvSpPr/>
          <p:nvPr/>
        </p:nvSpPr>
        <p:spPr>
          <a:xfrm>
            <a:off x="3577871" y="2984491"/>
            <a:ext cx="360718" cy="135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9CE730-46C2-4182-AE09-E34B8D48E53C}"/>
              </a:ext>
            </a:extLst>
          </p:cNvPr>
          <p:cNvSpPr/>
          <p:nvPr/>
        </p:nvSpPr>
        <p:spPr>
          <a:xfrm>
            <a:off x="9076976" y="2931899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472ED5-EBEF-4FBC-9FC0-C2F02B7A63A9}"/>
              </a:ext>
            </a:extLst>
          </p:cNvPr>
          <p:cNvSpPr/>
          <p:nvPr/>
        </p:nvSpPr>
        <p:spPr>
          <a:xfrm>
            <a:off x="3765850" y="6357344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E243134-6E3A-4DED-8AF4-A9098744105F}"/>
              </a:ext>
            </a:extLst>
          </p:cNvPr>
          <p:cNvSpPr/>
          <p:nvPr/>
        </p:nvSpPr>
        <p:spPr>
          <a:xfrm>
            <a:off x="9435116" y="6453102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ACFEC-7C67-4426-8713-A7A4492E0E2E}"/>
              </a:ext>
            </a:extLst>
          </p:cNvPr>
          <p:cNvSpPr txBox="1"/>
          <p:nvPr/>
        </p:nvSpPr>
        <p:spPr>
          <a:xfrm>
            <a:off x="2221951" y="1377679"/>
            <a:ext cx="506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61226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6FFC4C-4F26-4A53-B185-6A6030F9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444" y="0"/>
            <a:ext cx="4027829" cy="30323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403309-BF05-4A32-85E3-75B3EDCA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62" y="3991062"/>
            <a:ext cx="3733210" cy="2790432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0BFE657-08DF-4891-A063-2B7C9122CFAB}"/>
              </a:ext>
            </a:extLst>
          </p:cNvPr>
          <p:cNvCxnSpPr>
            <a:cxnSpLocks/>
          </p:cNvCxnSpPr>
          <p:nvPr/>
        </p:nvCxnSpPr>
        <p:spPr>
          <a:xfrm flipH="1">
            <a:off x="7717872" y="3241034"/>
            <a:ext cx="67112" cy="541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AA0423E9-70E6-4ACA-93D8-ED79C0390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4" y="403325"/>
            <a:ext cx="3611070" cy="2711726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D2DCE09-6BD7-4474-9B91-4A53D29887E9}"/>
              </a:ext>
            </a:extLst>
          </p:cNvPr>
          <p:cNvCxnSpPr>
            <a:cxnSpLocks/>
          </p:cNvCxnSpPr>
          <p:nvPr/>
        </p:nvCxnSpPr>
        <p:spPr>
          <a:xfrm>
            <a:off x="4925737" y="1516179"/>
            <a:ext cx="108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FBF3B1-F408-4548-A297-B85412D0E5BA}"/>
              </a:ext>
            </a:extLst>
          </p:cNvPr>
          <p:cNvSpPr/>
          <p:nvPr/>
        </p:nvSpPr>
        <p:spPr>
          <a:xfrm>
            <a:off x="9025737" y="698594"/>
            <a:ext cx="1503215" cy="343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D4E6F-13AA-404F-BD82-6298FA43C170}"/>
              </a:ext>
            </a:extLst>
          </p:cNvPr>
          <p:cNvSpPr txBox="1"/>
          <p:nvPr/>
        </p:nvSpPr>
        <p:spPr>
          <a:xfrm>
            <a:off x="9801072" y="1105899"/>
            <a:ext cx="1249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패스워드</a:t>
            </a:r>
            <a:r>
              <a:rPr lang="en-US" altLang="ko-KR" sz="1200" dirty="0">
                <a:solidFill>
                  <a:srgbClr val="FF0000"/>
                </a:solidFill>
              </a:rPr>
              <a:t>:1234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B2EFA-9990-4CD3-AAB1-97073A1636EC}"/>
              </a:ext>
            </a:extLst>
          </p:cNvPr>
          <p:cNvSpPr/>
          <p:nvPr/>
        </p:nvSpPr>
        <p:spPr>
          <a:xfrm>
            <a:off x="3163856" y="2934391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CAFC79-1120-43E6-AB37-BECAF8490227}"/>
              </a:ext>
            </a:extLst>
          </p:cNvPr>
          <p:cNvSpPr/>
          <p:nvPr/>
        </p:nvSpPr>
        <p:spPr>
          <a:xfrm>
            <a:off x="10092993" y="2824295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761616-1A67-4DB2-9F92-62AC72AE5BA6}"/>
              </a:ext>
            </a:extLst>
          </p:cNvPr>
          <p:cNvSpPr/>
          <p:nvPr/>
        </p:nvSpPr>
        <p:spPr>
          <a:xfrm>
            <a:off x="8885666" y="6603334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544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B76A43A-C3AF-460C-A6A5-4CEF5D01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41" y="192640"/>
            <a:ext cx="4578600" cy="34820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9B1F942-39C1-4021-A4E2-2DAA3EE68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361" y="192640"/>
            <a:ext cx="4483470" cy="33810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D4254A1-8C53-432E-8A5A-89C49B2C5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067" y="3801349"/>
            <a:ext cx="3704188" cy="2784009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F7CE03B-91DA-4B2E-8F65-5DCBB149DFA0}"/>
              </a:ext>
            </a:extLst>
          </p:cNvPr>
          <p:cNvCxnSpPr>
            <a:cxnSpLocks/>
          </p:cNvCxnSpPr>
          <p:nvPr/>
        </p:nvCxnSpPr>
        <p:spPr>
          <a:xfrm>
            <a:off x="5459957" y="1849213"/>
            <a:ext cx="834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9D3354-41ED-4232-8858-8F4F221C1903}"/>
              </a:ext>
            </a:extLst>
          </p:cNvPr>
          <p:cNvCxnSpPr>
            <a:cxnSpLocks/>
          </p:cNvCxnSpPr>
          <p:nvPr/>
        </p:nvCxnSpPr>
        <p:spPr>
          <a:xfrm>
            <a:off x="7432646" y="3910405"/>
            <a:ext cx="511728" cy="477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EE90F-8E07-461E-9A16-7F8C6CDB6BBB}"/>
              </a:ext>
            </a:extLst>
          </p:cNvPr>
          <p:cNvSpPr/>
          <p:nvPr/>
        </p:nvSpPr>
        <p:spPr>
          <a:xfrm>
            <a:off x="11309636" y="6397044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0A3A63-0533-489F-B086-BAAEBDF54DCC}"/>
              </a:ext>
            </a:extLst>
          </p:cNvPr>
          <p:cNvSpPr/>
          <p:nvPr/>
        </p:nvSpPr>
        <p:spPr>
          <a:xfrm>
            <a:off x="9989036" y="3353893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5E1B31-E3A7-489E-B87A-2D138A0F64D3}"/>
              </a:ext>
            </a:extLst>
          </p:cNvPr>
          <p:cNvSpPr/>
          <p:nvPr/>
        </p:nvSpPr>
        <p:spPr>
          <a:xfrm>
            <a:off x="3963956" y="3429000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024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73CF4F-5C70-4C02-B3F1-B0F645ACE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7" y="1651714"/>
            <a:ext cx="5289923" cy="39473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AB0BCC-B10C-4126-BD80-A1AD97C79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370" y="1683289"/>
            <a:ext cx="5185872" cy="39157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9608B94-259F-445F-BC2F-24D327D9C687}"/>
              </a:ext>
            </a:extLst>
          </p:cNvPr>
          <p:cNvSpPr/>
          <p:nvPr/>
        </p:nvSpPr>
        <p:spPr>
          <a:xfrm>
            <a:off x="11408696" y="5349240"/>
            <a:ext cx="413099" cy="150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616739-93C9-4842-BA0A-34F41B3D2871}"/>
              </a:ext>
            </a:extLst>
          </p:cNvPr>
          <p:cNvSpPr/>
          <p:nvPr/>
        </p:nvSpPr>
        <p:spPr>
          <a:xfrm>
            <a:off x="4314475" y="5364480"/>
            <a:ext cx="580303" cy="161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D8833A5-4C0B-4E0A-B959-D2157F15D429}"/>
              </a:ext>
            </a:extLst>
          </p:cNvPr>
          <p:cNvCxnSpPr>
            <a:cxnSpLocks/>
          </p:cNvCxnSpPr>
          <p:nvPr/>
        </p:nvCxnSpPr>
        <p:spPr>
          <a:xfrm>
            <a:off x="5787617" y="3708493"/>
            <a:ext cx="834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80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4297CD-4618-49A0-8E9F-63B440310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357" y="1058736"/>
            <a:ext cx="3437771" cy="20840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8D0292-295C-4DC3-856D-A4210FE2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273" y="757717"/>
            <a:ext cx="3889749" cy="23608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D575A5-33D0-4246-A3B5-B9D1B8949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968" y="3879869"/>
            <a:ext cx="4555183" cy="2741172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87D4902-814A-4697-A236-C2F3408DE485}"/>
              </a:ext>
            </a:extLst>
          </p:cNvPr>
          <p:cNvCxnSpPr/>
          <p:nvPr/>
        </p:nvCxnSpPr>
        <p:spPr>
          <a:xfrm>
            <a:off x="4956275" y="2256964"/>
            <a:ext cx="1241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E69ECB3-6760-4688-9D54-5D4021E2D238}"/>
              </a:ext>
            </a:extLst>
          </p:cNvPr>
          <p:cNvCxnSpPr>
            <a:cxnSpLocks/>
          </p:cNvCxnSpPr>
          <p:nvPr/>
        </p:nvCxnSpPr>
        <p:spPr>
          <a:xfrm flipH="1">
            <a:off x="6522342" y="3262028"/>
            <a:ext cx="479931" cy="469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5E20C4-3703-43D5-8183-315688FC55D9}"/>
              </a:ext>
            </a:extLst>
          </p:cNvPr>
          <p:cNvSpPr/>
          <p:nvPr/>
        </p:nvSpPr>
        <p:spPr>
          <a:xfrm>
            <a:off x="1916500" y="2812430"/>
            <a:ext cx="1854692" cy="878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470D87-F4B3-4636-AE4F-B70486A27C24}"/>
              </a:ext>
            </a:extLst>
          </p:cNvPr>
          <p:cNvSpPr/>
          <p:nvPr/>
        </p:nvSpPr>
        <p:spPr>
          <a:xfrm>
            <a:off x="4625009" y="4526810"/>
            <a:ext cx="1897333" cy="81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85B58CD-52D1-44C5-B3B9-D43AD01EA7D5}"/>
              </a:ext>
            </a:extLst>
          </p:cNvPr>
          <p:cNvSpPr/>
          <p:nvPr/>
        </p:nvSpPr>
        <p:spPr>
          <a:xfrm>
            <a:off x="7456259" y="1310081"/>
            <a:ext cx="1634233" cy="740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AF5160-6220-420E-8E01-C506F59ACFCD}"/>
              </a:ext>
            </a:extLst>
          </p:cNvPr>
          <p:cNvSpPr txBox="1"/>
          <p:nvPr/>
        </p:nvSpPr>
        <p:spPr>
          <a:xfrm>
            <a:off x="5127892" y="4741511"/>
            <a:ext cx="1874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이 경로에다가 </a:t>
            </a:r>
            <a:r>
              <a:rPr lang="en-US" altLang="ko-KR" sz="1200" dirty="0" err="1">
                <a:solidFill>
                  <a:srgbClr val="FF0000"/>
                </a:solidFill>
              </a:rPr>
              <a:t>cmd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AD825-572D-4B6D-9B74-93B96DB13D08}"/>
              </a:ext>
            </a:extLst>
          </p:cNvPr>
          <p:cNvSpPr txBox="1"/>
          <p:nvPr/>
        </p:nvSpPr>
        <p:spPr>
          <a:xfrm>
            <a:off x="620785" y="310393"/>
            <a:ext cx="388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설치 확인</a:t>
            </a:r>
          </a:p>
        </p:txBody>
      </p:sp>
    </p:spTree>
    <p:extLst>
      <p:ext uri="{BB962C8B-B14F-4D97-AF65-F5344CB8AC3E}">
        <p14:creationId xmlns:p14="http://schemas.microsoft.com/office/powerpoint/2010/main" val="112982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DB76C5-ED27-495E-AF57-ED59F21885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358"/>
          <a:stretch/>
        </p:blipFill>
        <p:spPr>
          <a:xfrm>
            <a:off x="858072" y="470483"/>
            <a:ext cx="4257059" cy="22146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CC4DA0-7009-41BD-A881-FD1B044E1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736" y="654821"/>
            <a:ext cx="3516048" cy="18460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984D11-DEA7-4D08-9098-F617AE090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489" y="3654235"/>
            <a:ext cx="4345506" cy="22724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8E8B33-014C-453B-9AD7-782041579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36" y="3654235"/>
            <a:ext cx="4662488" cy="243363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7834370-3457-4D90-B263-45E83033FFB9}"/>
              </a:ext>
            </a:extLst>
          </p:cNvPr>
          <p:cNvCxnSpPr/>
          <p:nvPr/>
        </p:nvCxnSpPr>
        <p:spPr>
          <a:xfrm>
            <a:off x="5227810" y="1661719"/>
            <a:ext cx="1241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A545CD9-69A5-4D5D-ADDD-686FCBD3A721}"/>
              </a:ext>
            </a:extLst>
          </p:cNvPr>
          <p:cNvCxnSpPr>
            <a:cxnSpLocks/>
          </p:cNvCxnSpPr>
          <p:nvPr/>
        </p:nvCxnSpPr>
        <p:spPr>
          <a:xfrm flipH="1">
            <a:off x="5503178" y="2630779"/>
            <a:ext cx="966202" cy="90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E1313B2-B6F6-41E1-B56C-4C4DB27E21A2}"/>
              </a:ext>
            </a:extLst>
          </p:cNvPr>
          <p:cNvCxnSpPr>
            <a:cxnSpLocks/>
          </p:cNvCxnSpPr>
          <p:nvPr/>
        </p:nvCxnSpPr>
        <p:spPr>
          <a:xfrm>
            <a:off x="5848595" y="4863013"/>
            <a:ext cx="569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940B244-A51E-4EDD-B889-74FB09A210C7}"/>
              </a:ext>
            </a:extLst>
          </p:cNvPr>
          <p:cNvSpPr txBox="1"/>
          <p:nvPr/>
        </p:nvSpPr>
        <p:spPr>
          <a:xfrm>
            <a:off x="7253599" y="1160111"/>
            <a:ext cx="1874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mysql</a:t>
            </a:r>
            <a:r>
              <a:rPr lang="en-US" altLang="ko-KR" sz="1200" dirty="0">
                <a:solidFill>
                  <a:srgbClr val="FF0000"/>
                </a:solidFill>
              </a:rPr>
              <a:t> –u root –p </a:t>
            </a:r>
            <a:r>
              <a:rPr lang="ko-KR" altLang="en-US" sz="1200" dirty="0">
                <a:solidFill>
                  <a:srgbClr val="FF0000"/>
                </a:solidFill>
              </a:rPr>
              <a:t>입력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F82F8-54D5-45EF-B15D-CB3BE6ADAD64}"/>
              </a:ext>
            </a:extLst>
          </p:cNvPr>
          <p:cNvSpPr txBox="1"/>
          <p:nvPr/>
        </p:nvSpPr>
        <p:spPr>
          <a:xfrm>
            <a:off x="1371861" y="4314791"/>
            <a:ext cx="1874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비밀번호</a:t>
            </a:r>
            <a:r>
              <a:rPr lang="en-US" altLang="ko-KR" sz="1200" dirty="0">
                <a:solidFill>
                  <a:srgbClr val="FF0000"/>
                </a:solidFill>
              </a:rPr>
              <a:t>(1234) </a:t>
            </a:r>
            <a:r>
              <a:rPr lang="ko-KR" altLang="en-US" sz="1200" dirty="0">
                <a:solidFill>
                  <a:srgbClr val="FF0000"/>
                </a:solidFill>
              </a:rPr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588877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AC9399-BC6D-47F4-99E7-52CB89E66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18" y="445446"/>
            <a:ext cx="3819525" cy="19907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E7C14E-4F73-4A90-A25C-57C1CC851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21" y="244110"/>
            <a:ext cx="2337994" cy="2607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26D2CF-D543-4CE5-892D-3809D7D1A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578" y="3429000"/>
            <a:ext cx="3236390" cy="3079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EE8125-4E71-42AD-9823-E798D3FBF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065" y="3552204"/>
            <a:ext cx="4371975" cy="2657475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03F1928-D384-4F97-9FFB-E2F8BBE98951}"/>
              </a:ext>
            </a:extLst>
          </p:cNvPr>
          <p:cNvCxnSpPr>
            <a:cxnSpLocks/>
          </p:cNvCxnSpPr>
          <p:nvPr/>
        </p:nvCxnSpPr>
        <p:spPr>
          <a:xfrm>
            <a:off x="5282268" y="1657719"/>
            <a:ext cx="569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531444C-ADAA-49C7-9B37-0FCA04512603}"/>
              </a:ext>
            </a:extLst>
          </p:cNvPr>
          <p:cNvCxnSpPr>
            <a:cxnSpLocks/>
          </p:cNvCxnSpPr>
          <p:nvPr/>
        </p:nvCxnSpPr>
        <p:spPr>
          <a:xfrm flipH="1">
            <a:off x="4980262" y="2498782"/>
            <a:ext cx="1191236" cy="704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B8EE51A-E376-48D9-B73F-5F1081BF689A}"/>
              </a:ext>
            </a:extLst>
          </p:cNvPr>
          <p:cNvCxnSpPr>
            <a:cxnSpLocks/>
          </p:cNvCxnSpPr>
          <p:nvPr/>
        </p:nvCxnSpPr>
        <p:spPr>
          <a:xfrm>
            <a:off x="5526766" y="4763044"/>
            <a:ext cx="569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361238-15C4-4D2E-9F55-E42C7C94AE75}"/>
              </a:ext>
            </a:extLst>
          </p:cNvPr>
          <p:cNvSpPr/>
          <p:nvPr/>
        </p:nvSpPr>
        <p:spPr>
          <a:xfrm>
            <a:off x="1448578" y="1388555"/>
            <a:ext cx="3069071" cy="2691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45FC56-29F6-4D4B-BC3F-93DBC82E06BC}"/>
              </a:ext>
            </a:extLst>
          </p:cNvPr>
          <p:cNvSpPr/>
          <p:nvPr/>
        </p:nvSpPr>
        <p:spPr>
          <a:xfrm>
            <a:off x="7323178" y="405965"/>
            <a:ext cx="273010" cy="149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B57109-60DC-4B66-A9BE-71534E8CF5F1}"/>
              </a:ext>
            </a:extLst>
          </p:cNvPr>
          <p:cNvSpPr/>
          <p:nvPr/>
        </p:nvSpPr>
        <p:spPr>
          <a:xfrm>
            <a:off x="8065092" y="2334193"/>
            <a:ext cx="782598" cy="149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018F8C-FA28-41D9-826B-3C7549C53F89}"/>
              </a:ext>
            </a:extLst>
          </p:cNvPr>
          <p:cNvSpPr/>
          <p:nvPr/>
        </p:nvSpPr>
        <p:spPr>
          <a:xfrm>
            <a:off x="7027615" y="4026716"/>
            <a:ext cx="3477150" cy="20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243DD1-09BC-40DC-9DC2-80FC27E9ABC3}"/>
              </a:ext>
            </a:extLst>
          </p:cNvPr>
          <p:cNvSpPr/>
          <p:nvPr/>
        </p:nvSpPr>
        <p:spPr>
          <a:xfrm>
            <a:off x="1525299" y="4837320"/>
            <a:ext cx="2127824" cy="648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FB87CE-4AB3-49DF-B1A2-5AFC143AC058}"/>
              </a:ext>
            </a:extLst>
          </p:cNvPr>
          <p:cNvSpPr txBox="1"/>
          <p:nvPr/>
        </p:nvSpPr>
        <p:spPr>
          <a:xfrm>
            <a:off x="5818500" y="4006881"/>
            <a:ext cx="1348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Path </a:t>
            </a:r>
            <a:r>
              <a:rPr lang="ko-KR" altLang="en-US" sz="1200" dirty="0">
                <a:solidFill>
                  <a:srgbClr val="FF0000"/>
                </a:solidFill>
              </a:rPr>
              <a:t>더블클릭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2A9E8-63D3-46A8-942B-E811322B3D43}"/>
              </a:ext>
            </a:extLst>
          </p:cNvPr>
          <p:cNvSpPr txBox="1"/>
          <p:nvPr/>
        </p:nvSpPr>
        <p:spPr>
          <a:xfrm>
            <a:off x="1371861" y="1689474"/>
            <a:ext cx="1874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sysdm.cpl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입력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4E3CBB-C000-40AE-ABA3-00FD21B585A1}"/>
              </a:ext>
            </a:extLst>
          </p:cNvPr>
          <p:cNvSpPr/>
          <p:nvPr/>
        </p:nvSpPr>
        <p:spPr>
          <a:xfrm>
            <a:off x="9088152" y="5493060"/>
            <a:ext cx="855948" cy="25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170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F8B6D0-F62C-496C-AE7C-7E20B8FE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04" y="1560711"/>
            <a:ext cx="3680437" cy="3518583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48688EA-4016-4933-AB6C-7F042FC5527B}"/>
              </a:ext>
            </a:extLst>
          </p:cNvPr>
          <p:cNvCxnSpPr>
            <a:cxnSpLocks/>
          </p:cNvCxnSpPr>
          <p:nvPr/>
        </p:nvCxnSpPr>
        <p:spPr>
          <a:xfrm>
            <a:off x="5050172" y="3276794"/>
            <a:ext cx="104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CFCA963C-3D4C-47F8-AC20-06B3515CA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394" y="1560710"/>
            <a:ext cx="3723887" cy="351857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CE1C747-586D-4E2D-A300-270F66B53247}"/>
              </a:ext>
            </a:extLst>
          </p:cNvPr>
          <p:cNvSpPr/>
          <p:nvPr/>
        </p:nvSpPr>
        <p:spPr>
          <a:xfrm>
            <a:off x="3624742" y="1904302"/>
            <a:ext cx="628475" cy="164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AB7E53-8089-40F6-91E3-6A7E91E04DA2}"/>
              </a:ext>
            </a:extLst>
          </p:cNvPr>
          <p:cNvSpPr/>
          <p:nvPr/>
        </p:nvSpPr>
        <p:spPr>
          <a:xfrm>
            <a:off x="7026798" y="4438722"/>
            <a:ext cx="2408236" cy="183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7FAB4-C79A-4DA4-BEDE-41E24763F610}"/>
              </a:ext>
            </a:extLst>
          </p:cNvPr>
          <p:cNvSpPr txBox="1"/>
          <p:nvPr/>
        </p:nvSpPr>
        <p:spPr>
          <a:xfrm>
            <a:off x="5580594" y="5297290"/>
            <a:ext cx="5882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MySQL</a:t>
            </a:r>
            <a:r>
              <a:rPr lang="ko-KR" altLang="en-US" sz="1200" dirty="0">
                <a:solidFill>
                  <a:srgbClr val="FF0000"/>
                </a:solidFill>
              </a:rPr>
              <a:t>이 설치된 경로</a:t>
            </a:r>
            <a:r>
              <a:rPr lang="en-US" altLang="ko-KR" sz="1200" dirty="0">
                <a:solidFill>
                  <a:srgbClr val="FF0000"/>
                </a:solidFill>
              </a:rPr>
              <a:t>(ex. C:\Program Files\MySQL\MySQL Server 8.0\bin) </a:t>
            </a:r>
            <a:r>
              <a:rPr lang="ko-KR" altLang="en-US" sz="1200" dirty="0">
                <a:solidFill>
                  <a:srgbClr val="FF0000"/>
                </a:solidFill>
              </a:rPr>
              <a:t>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E6BEDD-696F-4D17-9064-39B146B83551}"/>
              </a:ext>
            </a:extLst>
          </p:cNvPr>
          <p:cNvSpPr/>
          <p:nvPr/>
        </p:nvSpPr>
        <p:spPr>
          <a:xfrm>
            <a:off x="9232742" y="4788772"/>
            <a:ext cx="587693" cy="183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768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A14D78-EF89-4F78-88E2-73717D861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62" y="559156"/>
            <a:ext cx="3333925" cy="25259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E09987-0C8B-4A86-8C5B-BD015947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626" y="413594"/>
            <a:ext cx="3527830" cy="26537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3BA96A-6C84-4C83-9C39-353BEE36D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98" y="3708792"/>
            <a:ext cx="3965371" cy="29991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5773B9-B0FC-4BA6-A130-6B96A6B40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216" y="3546161"/>
            <a:ext cx="4185546" cy="316182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4964097-A1CF-4DE5-8C2B-69B4C630CC09}"/>
              </a:ext>
            </a:extLst>
          </p:cNvPr>
          <p:cNvCxnSpPr/>
          <p:nvPr/>
        </p:nvCxnSpPr>
        <p:spPr>
          <a:xfrm>
            <a:off x="4854430" y="1585519"/>
            <a:ext cx="1241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DF9AC9F-395B-4E62-9C87-2AF551A85CFE}"/>
              </a:ext>
            </a:extLst>
          </p:cNvPr>
          <p:cNvCxnSpPr>
            <a:cxnSpLocks/>
          </p:cNvCxnSpPr>
          <p:nvPr/>
        </p:nvCxnSpPr>
        <p:spPr>
          <a:xfrm flipH="1">
            <a:off x="4854431" y="3067311"/>
            <a:ext cx="1160476" cy="57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78AC879-389D-4E27-AC3B-A31EA402831F}"/>
              </a:ext>
            </a:extLst>
          </p:cNvPr>
          <p:cNvCxnSpPr/>
          <p:nvPr/>
        </p:nvCxnSpPr>
        <p:spPr>
          <a:xfrm>
            <a:off x="5394122" y="5127071"/>
            <a:ext cx="1241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63BF27-D978-4443-B948-2B7DAD798B11}"/>
              </a:ext>
            </a:extLst>
          </p:cNvPr>
          <p:cNvSpPr/>
          <p:nvPr/>
        </p:nvSpPr>
        <p:spPr>
          <a:xfrm>
            <a:off x="3917895" y="1244731"/>
            <a:ext cx="410266" cy="134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1019D4-9E35-4291-8E83-0E34B704A094}"/>
              </a:ext>
            </a:extLst>
          </p:cNvPr>
          <p:cNvSpPr/>
          <p:nvPr/>
        </p:nvSpPr>
        <p:spPr>
          <a:xfrm>
            <a:off x="7417380" y="1404621"/>
            <a:ext cx="356925" cy="645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927E81E-0E5F-4B75-8046-858F48A13B33}"/>
              </a:ext>
            </a:extLst>
          </p:cNvPr>
          <p:cNvSpPr/>
          <p:nvPr/>
        </p:nvSpPr>
        <p:spPr>
          <a:xfrm>
            <a:off x="2363760" y="5062537"/>
            <a:ext cx="836640" cy="64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0379F-9A88-465A-8C82-9B91BAE2D298}"/>
              </a:ext>
            </a:extLst>
          </p:cNvPr>
          <p:cNvSpPr txBox="1"/>
          <p:nvPr/>
        </p:nvSpPr>
        <p:spPr>
          <a:xfrm>
            <a:off x="1853002" y="5208386"/>
            <a:ext cx="1858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상단에 있는 항목 클릭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E8DE29-8EC4-4AFC-A544-FAEB342BE6B8}"/>
              </a:ext>
            </a:extLst>
          </p:cNvPr>
          <p:cNvSpPr/>
          <p:nvPr/>
        </p:nvSpPr>
        <p:spPr>
          <a:xfrm>
            <a:off x="10160703" y="6506027"/>
            <a:ext cx="410266" cy="134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8FE907-3515-46C4-A67E-367375C247EE}"/>
              </a:ext>
            </a:extLst>
          </p:cNvPr>
          <p:cNvSpPr/>
          <p:nvPr/>
        </p:nvSpPr>
        <p:spPr>
          <a:xfrm>
            <a:off x="3858614" y="6497638"/>
            <a:ext cx="410266" cy="134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05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A10622-E12E-4779-B7A7-242A0C1F7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495781"/>
            <a:ext cx="3501480" cy="264170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56F2D0D-0EE1-4820-B573-94B5D4B0FD21}"/>
              </a:ext>
            </a:extLst>
          </p:cNvPr>
          <p:cNvSpPr/>
          <p:nvPr/>
        </p:nvSpPr>
        <p:spPr>
          <a:xfrm>
            <a:off x="3422690" y="2950778"/>
            <a:ext cx="393660" cy="149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5E4FE6-460C-42E4-89D5-58E3DD89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02" y="384998"/>
            <a:ext cx="3771249" cy="286326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77ACA90-072D-4F3B-85C6-9078C38AEA10}"/>
              </a:ext>
            </a:extLst>
          </p:cNvPr>
          <p:cNvCxnSpPr>
            <a:cxnSpLocks/>
          </p:cNvCxnSpPr>
          <p:nvPr/>
        </p:nvCxnSpPr>
        <p:spPr>
          <a:xfrm>
            <a:off x="4913968" y="1762683"/>
            <a:ext cx="569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1B543B0A-DC6E-4042-85A9-D78AA79A9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25" y="3848100"/>
            <a:ext cx="3509432" cy="2657715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15834E3-4036-46E7-9091-901078A2D28B}"/>
              </a:ext>
            </a:extLst>
          </p:cNvPr>
          <p:cNvCxnSpPr>
            <a:cxnSpLocks/>
          </p:cNvCxnSpPr>
          <p:nvPr/>
        </p:nvCxnSpPr>
        <p:spPr>
          <a:xfrm flipH="1">
            <a:off x="4787903" y="3343036"/>
            <a:ext cx="695299" cy="292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2178D272-1DC5-4D05-A393-554DAA6BB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402" y="4008557"/>
            <a:ext cx="4318244" cy="233680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D3FDCE9-1BED-45C5-8DAD-8AAE93433657}"/>
              </a:ext>
            </a:extLst>
          </p:cNvPr>
          <p:cNvCxnSpPr>
            <a:cxnSpLocks/>
          </p:cNvCxnSpPr>
          <p:nvPr/>
        </p:nvCxnSpPr>
        <p:spPr>
          <a:xfrm>
            <a:off x="4913968" y="5293283"/>
            <a:ext cx="569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769D9B-910A-4ED1-BFDF-F2B82EACFA11}"/>
              </a:ext>
            </a:extLst>
          </p:cNvPr>
          <p:cNvSpPr/>
          <p:nvPr/>
        </p:nvSpPr>
        <p:spPr>
          <a:xfrm>
            <a:off x="8801431" y="3030041"/>
            <a:ext cx="393660" cy="149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8480B0-2EBE-4183-BC44-CFC96432CE38}"/>
              </a:ext>
            </a:extLst>
          </p:cNvPr>
          <p:cNvSpPr/>
          <p:nvPr/>
        </p:nvSpPr>
        <p:spPr>
          <a:xfrm>
            <a:off x="3950477" y="6312711"/>
            <a:ext cx="393660" cy="149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91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63</Words>
  <Application>Microsoft Office PowerPoint</Application>
  <PresentationFormat>와이드스크린</PresentationFormat>
  <Paragraphs>12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12</cp:revision>
  <dcterms:created xsi:type="dcterms:W3CDTF">2026-04-01T01:15:01Z</dcterms:created>
  <dcterms:modified xsi:type="dcterms:W3CDTF">2026-04-01T08:15:20Z</dcterms:modified>
</cp:coreProperties>
</file>