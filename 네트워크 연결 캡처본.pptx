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3B670-4FCE-4242-AE4C-B06BE67AE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7D6777-1F3A-4940-B453-07A26436F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6E8207-95BF-4E32-BC7F-AF87FDE2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E6571-7383-463D-91E7-76DB488A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B5B513-4A08-44B4-92D4-719F731C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3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14185-8FC4-428E-B423-7D7BA23E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47608-51B0-4BB6-BB3B-CCD758A01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6CA9F-3D7E-417C-A25F-4397292B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5AC286-47E7-4A2D-A8E5-813806D5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66309-7E04-4C79-929A-1CA5F90B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54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BC897-886B-470F-B6F7-F8E5C237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E55399-EDEA-438F-A06D-65EA8391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1145B-B685-43D0-891F-C3F96361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F0935-A153-46ED-B6B8-ADEA3513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025BE5-8974-4D69-8D24-AFDFF7EA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5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6663B-7FA9-4B3A-8CA4-BC8EB33B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9929CE-94A1-4F8A-BFA5-44FAEF4FC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723A54-2B78-4BE7-AF66-B181F57B2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EA0E0C-AFDF-447A-831B-34879EFB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A4AF76-9F79-4D8D-A678-0EE26889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BE563-844B-49F7-AA1F-5C8CCB01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87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5AD25-447B-4B58-9007-C0A41416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63C713-930B-4615-9AF9-01810A67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3BCE0E-E2B7-421E-8148-43CFAE9CA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55842A-3665-4C6F-88F0-3AB025383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92A525-738A-47F2-A64A-A589BDA94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11377A-E6D1-4851-826A-B2390D24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571D06-0CF4-44D9-B8F3-E482F726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C11982-08DF-43AF-A32E-A2918370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2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2A4DE-7D26-48C8-84DE-76154506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FFB284-9577-404C-B478-E9AA48FE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309D38-2554-44B8-995C-14992AC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B4B1FA-C701-4F2E-9E01-CA4EEC14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376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792898-1264-4B05-A41F-F1166349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143633-279D-494B-BD43-7756C547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B841E-E5FA-41BA-9CF9-1B94FBE9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34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78E79-2A65-46FE-AC53-EAF2CC8D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BDCCE-0A5A-455E-A382-353BDD834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68B664-EA5C-4765-A593-3E9B2FB54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EE3A37-871B-4630-B7A9-594EA97F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969146-5D00-4D9D-BF1B-FCDC1202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D265F-6400-4AC3-97C1-78C6103B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48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965AE-040F-4655-A9C7-D2B46D12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B7E0E6-2FC5-4AFF-8239-1DFC9C03D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82F8E-7DF6-4E2F-A637-ABC6F609F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1DF42A-DC12-4D74-BB47-9B930756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D68A3C-43E1-42F4-A36B-E6976FA6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8525B1-072A-422E-90AB-E87AF6EA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84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D1432-4AFA-47B1-BA47-3C760405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93C837-B434-4330-B9E1-5FA5F81D9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EFD127-BF71-481E-9870-899D41E4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D18AD3-5741-4A3F-A00C-C3163FDC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40D2AE-D630-4375-AF7B-D70438A2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97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62DEA2-555E-4CCF-A896-1FABE2A16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59CE52-E3D8-46E9-B4C4-BB351B327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3026F7-4B01-4DCD-8DF6-D710CE60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F8B27-193B-496E-B208-FBF07846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F6FAC2-2B93-42C1-9FAA-205F94C6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9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4C79D-4D45-4F07-9953-EBA7E60A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CD0223-0F3E-4117-9DD3-00B660E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2190B-5707-4153-B0D3-E1ADF7CA2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9885E-F972-4A05-9370-F2E33E4B70F5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E9589-5798-424C-85E6-CC03BC930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9E6EE-7D1A-4652-B704-4C5B6BD0E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989A9-735C-4CE2-988E-B5C902ABB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2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4A25872-1AF4-433C-851E-4ABE39728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08" y="1757855"/>
            <a:ext cx="5032649" cy="3488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63C0A-E308-47D0-8C00-EF1FE51BFB69}"/>
              </a:ext>
            </a:extLst>
          </p:cNvPr>
          <p:cNvSpPr txBox="1"/>
          <p:nvPr/>
        </p:nvSpPr>
        <p:spPr>
          <a:xfrm>
            <a:off x="7649592" y="435081"/>
            <a:ext cx="267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Referenced Libraries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177413-5535-4754-8C26-612AC0761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008" y="976544"/>
            <a:ext cx="1885984" cy="53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9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60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2026-05-15T02:32:59Z</dcterms:created>
  <dcterms:modified xsi:type="dcterms:W3CDTF">2026-05-15T03:02:49Z</dcterms:modified>
</cp:coreProperties>
</file>