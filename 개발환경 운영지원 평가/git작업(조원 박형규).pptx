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C4320-8703-479D-BBDF-9B876DE71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B26A2C-841A-41E7-A1E4-A5FE54A6F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E3117-53F5-4A35-B0E2-BC6BE19F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7DBC2D-D7FF-4ECD-8792-867FAB8F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31B41-8138-4B5F-A4F8-A2AE27DC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01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66D79-CDF4-4F82-A03A-76CE99FD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DFC6E-4D7B-453A-86D2-79F8834C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D61D9-B8F9-45CD-AACF-1A03A8C5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385B2-9CE1-44D9-BA31-C61367E2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6CD98-4B95-4A6E-896F-F7694B01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07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0260B-A22E-45CA-A4D1-FA9E3D81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600C9C-9B0B-4134-9247-69FD2A460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565BB-6C67-4E38-A705-45EDBA55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51A9E3-2997-44EE-8C7C-8648F402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9DCDAF-7CF7-4E32-A7FA-F08190CD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06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C5947-5ED1-4411-A2D3-2E36C1D2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5A0F4-F31E-4C87-BBEA-19CC9B070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F189B1-CEDC-4F87-B2E3-D995123E6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0F90B9-937B-432E-8ADD-20FA7422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926F8F-8BE4-463C-930B-1E6BFBD3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6748EB-DDA7-4DF1-B19E-9F1990C7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63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04DAD-30CD-430A-B464-C6AF9AD6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E7DE20-07CA-48CF-BBC0-C5F789C6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C93901-F004-4DB5-AC71-2130278A4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5A2DD5-55E5-4361-8930-8861B4F7B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86A2C1-12EA-4CD8-9A24-85BD0DF36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96249C-FD31-467D-8D19-2BEDB254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A42FAE-466A-486D-A68F-4DD7E8F4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5D21DF-3FB1-4CDD-A655-6E9B86E2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37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BD427-8380-4836-BD91-D1B3B6D4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B7BD2F-465C-471A-9DF8-B9F2AB78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BDD075-5355-4D99-A091-AB615331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C797F3-4264-49EA-A302-7EF33C21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78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494E-FE39-4660-BF02-A50F0BC7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5BD654-BA03-4881-8902-2E6600F1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5B5728-A81D-4BBA-BC45-749AE201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69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B42DE-74B8-4FF8-B39E-9D4A7447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0A9DF-08D4-40F6-9C61-64A2AA524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7FC2EF-FF19-454C-B628-1BAF99448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4DEF8A-F522-4D89-964B-7511E1B9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9D0B-975F-44AF-8414-EDD9CBFD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20261-D3CF-4AAC-93D3-BFD46D4E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86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81814-D27C-4DEF-A04C-1465A3B44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6C2BA-ACCC-41F0-ABB6-7304E5FF5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14BBFD-BEA5-4468-9E77-41BC8258F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D0369F-057E-4C0C-833A-177CF03B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935790-3088-44B7-9562-B9C79358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03F7A5-5578-4E93-8A9E-11FB3964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35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9844C-20CE-42F1-A8C8-0B8CB300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846507-013F-4106-A023-9088ECB6D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AA7F7F-A9B5-4E4E-A8A8-DF297F3A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46E105-2F70-4210-BFA4-8510CC4B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664D1-2C96-4D38-86BE-2FE4E5E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9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11F096-5B8B-4EB0-8727-B8E8742F0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120558-B6DE-4E93-8000-ECE17017F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24753-6789-4C10-AD8D-3B646385E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3981E8-F095-4B65-9AA2-44BF446A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7D94-265B-4CCD-9F6A-80BC358C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37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FB9ECF-FA69-45B4-88EA-F02DF70F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ACF7A-E4C0-45A9-B3E1-A9283602A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E5FE79-B139-445E-A3E0-66C87EA7E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50858-8BB8-49A6-9F65-EA75EE375C34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91E38-E284-4D59-A9F1-5B4335453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77BE7-7040-4505-87F6-84A6911A3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77CB-4FD0-4628-A453-0253953C2C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95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27BD2D7-6497-4505-8CB3-D8AB7BF4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99" y="338876"/>
            <a:ext cx="5425250" cy="31572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8F6C74-C9FB-4907-BCF6-3A50A89BE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0238"/>
            <a:ext cx="5956906" cy="36902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8E18FA-FFBE-4FE0-B543-BED276A77048}"/>
              </a:ext>
            </a:extLst>
          </p:cNvPr>
          <p:cNvSpPr txBox="1"/>
          <p:nvPr/>
        </p:nvSpPr>
        <p:spPr>
          <a:xfrm>
            <a:off x="3791824" y="4613945"/>
            <a:ext cx="429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Issue </a:t>
            </a:r>
            <a:r>
              <a:rPr lang="ko-KR" altLang="en-US" dirty="0"/>
              <a:t>만들고 </a:t>
            </a:r>
            <a:r>
              <a:rPr lang="en-US" altLang="ko-KR" dirty="0"/>
              <a:t>project</a:t>
            </a:r>
            <a:r>
              <a:rPr lang="ko-KR" altLang="en-US" dirty="0"/>
              <a:t>에 올라갔는지 확인</a:t>
            </a:r>
          </a:p>
        </p:txBody>
      </p:sp>
    </p:spTree>
    <p:extLst>
      <p:ext uri="{BB962C8B-B14F-4D97-AF65-F5344CB8AC3E}">
        <p14:creationId xmlns:p14="http://schemas.microsoft.com/office/powerpoint/2010/main" val="213936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EC4990-59A6-4891-AA4A-E7A42F515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48" y="1133562"/>
            <a:ext cx="5066143" cy="30324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E0F259C-A39D-489C-920D-35F3E7677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902" y="3746372"/>
            <a:ext cx="4660035" cy="2454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879836-B6D6-476B-B9CB-7A465A88AD47}"/>
              </a:ext>
            </a:extLst>
          </p:cNvPr>
          <p:cNvSpPr txBox="1"/>
          <p:nvPr/>
        </p:nvSpPr>
        <p:spPr>
          <a:xfrm>
            <a:off x="1440180" y="472440"/>
            <a:ext cx="410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소스트리</a:t>
            </a:r>
            <a:r>
              <a:rPr lang="ko-KR" altLang="en-US" dirty="0"/>
              <a:t> </a:t>
            </a:r>
            <a:r>
              <a:rPr lang="en-US" altLang="ko-KR" dirty="0"/>
              <a:t>git </a:t>
            </a:r>
            <a:r>
              <a:rPr lang="ko-KR" altLang="en-US" dirty="0"/>
              <a:t>연결 및 </a:t>
            </a:r>
            <a:r>
              <a:rPr lang="ko-KR" altLang="en-US" dirty="0" err="1"/>
              <a:t>브렌치</a:t>
            </a:r>
            <a:r>
              <a:rPr lang="ko-KR" altLang="en-US" dirty="0"/>
              <a:t> </a:t>
            </a:r>
            <a:r>
              <a:rPr lang="ko-KR" altLang="en-US" dirty="0" err="1"/>
              <a:t>받아오기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69CFF3B-DD9E-4D90-9F5E-7CBB7A432974}"/>
              </a:ext>
            </a:extLst>
          </p:cNvPr>
          <p:cNvCxnSpPr>
            <a:cxnSpLocks/>
          </p:cNvCxnSpPr>
          <p:nvPr/>
        </p:nvCxnSpPr>
        <p:spPr>
          <a:xfrm flipV="1">
            <a:off x="5638800" y="2382473"/>
            <a:ext cx="996892" cy="619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5FF07A7-8A56-4123-8CD5-BE537F845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884" y="657106"/>
            <a:ext cx="3220073" cy="2093047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FDD5FC9-611C-49A6-8A12-D944CB2FDFED}"/>
              </a:ext>
            </a:extLst>
          </p:cNvPr>
          <p:cNvCxnSpPr>
            <a:cxnSpLocks/>
          </p:cNvCxnSpPr>
          <p:nvPr/>
        </p:nvCxnSpPr>
        <p:spPr>
          <a:xfrm>
            <a:off x="8523215" y="2885813"/>
            <a:ext cx="0" cy="608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36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463BA2A-6DE4-481F-A6D0-5024C5A62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744" y="252731"/>
            <a:ext cx="4450889" cy="208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BD242A-ACFA-4DC1-A300-836A39E72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7" y="2896468"/>
            <a:ext cx="3410565" cy="36249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5B3275-142B-4DA8-BD3E-4542C1EA8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476" y="2613551"/>
            <a:ext cx="2624631" cy="36249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434611-B7CE-4029-85F4-2D273452705A}"/>
              </a:ext>
            </a:extLst>
          </p:cNvPr>
          <p:cNvSpPr txBox="1"/>
          <p:nvPr/>
        </p:nvSpPr>
        <p:spPr>
          <a:xfrm>
            <a:off x="1257300" y="754380"/>
            <a:ext cx="329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이클립스 경로 설정 및 </a:t>
            </a:r>
            <a:r>
              <a:rPr lang="en-US" altLang="ko-KR" dirty="0"/>
              <a:t>import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32F5BA2-165B-4FA3-92E6-99BD33D053D2}"/>
              </a:ext>
            </a:extLst>
          </p:cNvPr>
          <p:cNvCxnSpPr>
            <a:cxnSpLocks/>
          </p:cNvCxnSpPr>
          <p:nvPr/>
        </p:nvCxnSpPr>
        <p:spPr>
          <a:xfrm flipH="1">
            <a:off x="3459480" y="2123280"/>
            <a:ext cx="670560" cy="434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9EE324F-5C94-4DC1-815E-F80D81F194E2}"/>
              </a:ext>
            </a:extLst>
          </p:cNvPr>
          <p:cNvCxnSpPr>
            <a:cxnSpLocks/>
          </p:cNvCxnSpPr>
          <p:nvPr/>
        </p:nvCxnSpPr>
        <p:spPr>
          <a:xfrm>
            <a:off x="5688330" y="4655481"/>
            <a:ext cx="815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31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DB87A81-854A-4C14-BE6E-45BA36F4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41" y="568702"/>
            <a:ext cx="3752889" cy="24844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7203C8-EFC6-4CF0-A4A1-81203AFEE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769" y="393720"/>
            <a:ext cx="4986068" cy="26211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C26D472-5614-4DAC-97B6-3A5A32FB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11" y="3412758"/>
            <a:ext cx="5800489" cy="30352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378EEB4-58FA-4DC3-8EAC-538A38598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538" y="3412758"/>
            <a:ext cx="4866143" cy="30352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347B1C-FC7D-4E10-A35C-5BE107D38057}"/>
              </a:ext>
            </a:extLst>
          </p:cNvPr>
          <p:cNvSpPr txBox="1"/>
          <p:nvPr/>
        </p:nvSpPr>
        <p:spPr>
          <a:xfrm>
            <a:off x="1981200" y="20905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할일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7739EBD-F105-4CA6-B295-9B26420D144A}"/>
              </a:ext>
            </a:extLst>
          </p:cNvPr>
          <p:cNvCxnSpPr>
            <a:cxnSpLocks/>
          </p:cNvCxnSpPr>
          <p:nvPr/>
        </p:nvCxnSpPr>
        <p:spPr>
          <a:xfrm>
            <a:off x="4937760" y="1965823"/>
            <a:ext cx="815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0242670-94AD-4695-90DA-CE73206A93D8}"/>
              </a:ext>
            </a:extLst>
          </p:cNvPr>
          <p:cNvCxnSpPr>
            <a:cxnSpLocks/>
          </p:cNvCxnSpPr>
          <p:nvPr/>
        </p:nvCxnSpPr>
        <p:spPr>
          <a:xfrm flipH="1">
            <a:off x="5345430" y="2745254"/>
            <a:ext cx="609600" cy="48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5ED30BF-6DD6-497F-89BD-2A1F43F952AC}"/>
              </a:ext>
            </a:extLst>
          </p:cNvPr>
          <p:cNvCxnSpPr>
            <a:cxnSpLocks/>
          </p:cNvCxnSpPr>
          <p:nvPr/>
        </p:nvCxnSpPr>
        <p:spPr>
          <a:xfrm>
            <a:off x="6177602" y="4678543"/>
            <a:ext cx="556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8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30423A-3A54-43B0-938D-4C1DF7EE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39" y="296874"/>
            <a:ext cx="4501919" cy="22047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E7544A-516B-4A2D-8540-F16C14060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201" y="296874"/>
            <a:ext cx="5235575" cy="27557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E9BA30-A14C-47B8-A3A4-4307F147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68" y="3345110"/>
            <a:ext cx="5388521" cy="2825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4DFA80-B30B-43E9-9307-A611277E6B8A}"/>
              </a:ext>
            </a:extLst>
          </p:cNvPr>
          <p:cNvSpPr txBox="1"/>
          <p:nvPr/>
        </p:nvSpPr>
        <p:spPr>
          <a:xfrm>
            <a:off x="3810000" y="273871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할일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B4F7E6-5766-4C6B-B399-501FCC6A0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103" y="3429000"/>
            <a:ext cx="4498644" cy="27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7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12A3497-B801-4356-B852-4C1F40A9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06" y="483853"/>
            <a:ext cx="4504888" cy="24306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3A0C9B6-01DA-46D9-B54F-5BD9680DB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18" y="426984"/>
            <a:ext cx="5010346" cy="26229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27ADE3B-857B-4C8F-9DFE-5BCAB9A56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06" y="3265609"/>
            <a:ext cx="5702641" cy="30020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1027060-D426-440E-9997-C7AB76519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439" y="3236054"/>
            <a:ext cx="4798324" cy="3061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E9FF4C-CEAE-4987-A96E-A2BA3D35EEF2}"/>
              </a:ext>
            </a:extLst>
          </p:cNvPr>
          <p:cNvSpPr txBox="1"/>
          <p:nvPr/>
        </p:nvSpPr>
        <p:spPr>
          <a:xfrm>
            <a:off x="5043921" y="11452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할일</a:t>
            </a:r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434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53BCABB-17F7-42D1-9FAC-08F178A21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85" y="257752"/>
            <a:ext cx="4282621" cy="25670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844CF8-80A7-423A-800F-E075B77CC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686" y="83890"/>
            <a:ext cx="4960057" cy="34336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4A5F75-95D2-4D1A-8886-6B304980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128" y="3174824"/>
            <a:ext cx="2685933" cy="35695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6426969-EE64-47E0-BBB2-C55A9BD47158}"/>
              </a:ext>
            </a:extLst>
          </p:cNvPr>
          <p:cNvSpPr txBox="1"/>
          <p:nvPr/>
        </p:nvSpPr>
        <p:spPr>
          <a:xfrm>
            <a:off x="6096000" y="47015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병합 요청</a:t>
            </a:r>
          </a:p>
        </p:txBody>
      </p:sp>
    </p:spTree>
    <p:extLst>
      <p:ext uri="{BB962C8B-B14F-4D97-AF65-F5344CB8AC3E}">
        <p14:creationId xmlns:p14="http://schemas.microsoft.com/office/powerpoint/2010/main" val="421309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743697-5DA4-4C0D-925A-207BA7549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7462"/>
            <a:ext cx="5892030" cy="35233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16E5A6-A87C-4AED-877C-1D8DEEF81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461"/>
            <a:ext cx="5979575" cy="352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FADB1-33B8-4ECE-907F-4B6860DA183C}"/>
              </a:ext>
            </a:extLst>
          </p:cNvPr>
          <p:cNvSpPr txBox="1"/>
          <p:nvPr/>
        </p:nvSpPr>
        <p:spPr>
          <a:xfrm>
            <a:off x="4091940" y="5135880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병합 확인 후 이슈 </a:t>
            </a:r>
            <a:r>
              <a:rPr lang="en-US" altLang="ko-KR" dirty="0"/>
              <a:t>close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650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</Words>
  <Application>Microsoft Office PowerPoint</Application>
  <PresentationFormat>와이드스크린</PresentationFormat>
  <Paragraphs>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8</cp:revision>
  <dcterms:created xsi:type="dcterms:W3CDTF">2026-04-22T00:57:26Z</dcterms:created>
  <dcterms:modified xsi:type="dcterms:W3CDTF">2026-04-27T00:37:47Z</dcterms:modified>
</cp:coreProperties>
</file>