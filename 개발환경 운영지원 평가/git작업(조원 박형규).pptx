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3" r:id="rId3"/>
    <p:sldId id="257" r:id="rId4"/>
    <p:sldId id="258" r:id="rId5"/>
    <p:sldId id="259" r:id="rId6"/>
    <p:sldId id="260" r:id="rId7"/>
    <p:sldId id="261" r:id="rId8"/>
    <p:sldId id="262" r:id="rId9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>
        <p:scale>
          <a:sx n="125" d="100"/>
          <a:sy n="125" d="100"/>
        </p:scale>
        <p:origin x="90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4DC4320-8703-479D-BBDF-9B876DE7154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3B26A2C-841A-41E7-A1E4-A5FE54A6FEE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64E3117-53F5-4A35-B0E2-BC6BE19F41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250858-8BB8-49A6-9F65-EA75EE375C34}" type="datetimeFigureOut">
              <a:rPr lang="ko-KR" altLang="en-US" smtClean="0"/>
              <a:t>2026-04-22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57DBC2D-D7FF-4ECD-8792-867FAB8FF1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1031B41-8138-4B5F-A4F8-A2AE27DCA6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8A77CB-4FD0-4628-A453-0253953C2CC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690197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4A66D79-CDF4-4F82-A03A-76CE99FD1B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F3DFC6E-4D7B-453A-86D2-79F8834C16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8CD61D9-B8F9-45CD-AACF-1A03A8C5E2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250858-8BB8-49A6-9F65-EA75EE375C34}" type="datetimeFigureOut">
              <a:rPr lang="ko-KR" altLang="en-US" smtClean="0"/>
              <a:t>2026-04-22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B1385B2-9CE1-44D9-BA31-C61367E228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6D6CD98-4B95-4A6E-896F-F7694B0163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8A77CB-4FD0-4628-A453-0253953C2CC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850759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60260B-A22E-45CA-A4D1-FA9E3D8109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C600C9C-9B0B-4134-9247-69FD2A46056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F2565BB-6C67-4E38-A705-45EDBA55AB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250858-8BB8-49A6-9F65-EA75EE375C34}" type="datetimeFigureOut">
              <a:rPr lang="ko-KR" altLang="en-US" smtClean="0"/>
              <a:t>2026-04-22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251A9E3-2997-44EE-8C7C-8648F40245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E9DCDAF-7CF7-4E32-A7FA-F08190CD24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8A77CB-4FD0-4628-A453-0253953C2CC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250641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FC5947-5ED1-4411-A2D3-2E36C1D2BA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F85A0F4-F31E-4C87-BBEA-19CC9B0707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6EF189B1-CEDC-4F87-B2E3-D995123E68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70F90B9-937B-432E-8ADD-20FA742278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250858-8BB8-49A6-9F65-EA75EE375C34}" type="datetimeFigureOut">
              <a:rPr lang="ko-KR" altLang="en-US" smtClean="0"/>
              <a:t>2026-04-22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4926F8F-8BE4-463C-930B-1E6BFBD34D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56748EB-DDA7-4DF1-B19E-9F1990C76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8A77CB-4FD0-4628-A453-0253953C2CC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976305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8B04DAD-30CD-430A-B464-C6AF9AD6BC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DE7DE20-07CA-48CF-BBC0-C5F789C6CE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BC93901-F004-4DB5-AC71-2130278A48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E75A2DD5-55E5-4361-8930-8861B4F7B5C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6086A2C1-12EA-4CD8-9A24-85BD0DF36EE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FF96249C-FD31-467D-8D19-2BEDB254FF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250858-8BB8-49A6-9F65-EA75EE375C34}" type="datetimeFigureOut">
              <a:rPr lang="ko-KR" altLang="en-US" smtClean="0"/>
              <a:t>2026-04-22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F5A42FAE-466A-486D-A68F-4DD7E8F4B6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345D21DF-3FB1-4CDD-A655-6E9B86E2F5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8A77CB-4FD0-4628-A453-0253953C2CC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363755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F3BD427-8380-4836-BD91-D1B3B6D4FA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5DB7BD2F-465C-471A-9DF8-B9F2AB78D2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250858-8BB8-49A6-9F65-EA75EE375C34}" type="datetimeFigureOut">
              <a:rPr lang="ko-KR" altLang="en-US" smtClean="0"/>
              <a:t>2026-04-22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3BDD075-5355-4D99-A091-AB615331EC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6C797F3-4264-49EA-A302-7EF33C2135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8A77CB-4FD0-4628-A453-0253953C2CC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667865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7DFF494E-FE39-4660-BF02-A50F0BC7A3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250858-8BB8-49A6-9F65-EA75EE375C34}" type="datetimeFigureOut">
              <a:rPr lang="ko-KR" altLang="en-US" smtClean="0"/>
              <a:t>2026-04-22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AF5BD654-BA03-4881-8902-2E6600F15A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65B5728-A81D-4BBA-BC45-749AE20188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8A77CB-4FD0-4628-A453-0253953C2CC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716927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0FB42DE-74B8-4FF8-B39E-9D4A74471D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B00A9DF-08D4-40F6-9C61-64A2AA5243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37FC2EF-FF19-454C-B628-1BAF9944898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C4DEF8A-F522-4D89-964B-7511E1B917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250858-8BB8-49A6-9F65-EA75EE375C34}" type="datetimeFigureOut">
              <a:rPr lang="ko-KR" altLang="en-US" smtClean="0"/>
              <a:t>2026-04-22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8919D0B-975F-44AF-8414-EDD9CBFD79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B820261-D3CF-4AAC-93D3-BFD46D4E9B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8A77CB-4FD0-4628-A453-0253953C2CC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28620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6B81814-D27C-4DEF-A04C-1465A3B441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BA6C2BA-ACCC-41F0-ABB6-7304E5FF505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D14BBFD-BEA5-4468-9E77-41BC8258F63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5D0369F-057E-4C0C-833A-177CF03BA1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250858-8BB8-49A6-9F65-EA75EE375C34}" type="datetimeFigureOut">
              <a:rPr lang="ko-KR" altLang="en-US" smtClean="0"/>
              <a:t>2026-04-22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D935790-3088-44B7-9562-B9C79358E6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203F7A5-5578-4E93-8A9E-11FB3964FA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8A77CB-4FD0-4628-A453-0253953C2CC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893562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959844C-20CE-42F1-A8C8-0B8CB30009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25846507-013F-4106-A023-9088ECB6D05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BAA7F7F-A9B5-4E4E-A8A8-DF297F3AED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250858-8BB8-49A6-9F65-EA75EE375C34}" type="datetimeFigureOut">
              <a:rPr lang="ko-KR" altLang="en-US" smtClean="0"/>
              <a:t>2026-04-22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546E105-2F70-4210-BFA4-8510CC4B86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1D664D1-2C96-4D38-86BE-2FE4E5E0A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8A77CB-4FD0-4628-A453-0253953C2CC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41938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D511F096-5B8B-4EB0-8727-B8E8742F095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FE120558-B6DE-4E93-8000-ECE17017F6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1324753-6789-4C10-AD8D-3B646385E9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250858-8BB8-49A6-9F65-EA75EE375C34}" type="datetimeFigureOut">
              <a:rPr lang="ko-KR" altLang="en-US" smtClean="0"/>
              <a:t>2026-04-22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C3981E8-F095-4B65-9AA2-44BF446A47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2DC7D94-265B-4CCD-9F6A-80BC358CB0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8A77CB-4FD0-4628-A453-0253953C2CC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883726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4FFB9ECF-FA69-45B4-88EA-F02DF70FA7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E1ACF7A-E4C0-45A9-B3E1-A9283602AF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2E5FE79-B139-445E-A3E0-66C87EA7EA9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B250858-8BB8-49A6-9F65-EA75EE375C34}" type="datetimeFigureOut">
              <a:rPr lang="ko-KR" altLang="en-US" smtClean="0"/>
              <a:t>2026-04-22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4391E38-E284-4D59-A9F1-5B43354536C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3077BE7-7040-4505-87F6-84A6911A37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08A77CB-4FD0-4628-A453-0253953C2CC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859594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127BD2D7-6497-4505-8CB3-D8AB7BF439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599" y="338876"/>
            <a:ext cx="5425250" cy="3157236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B18F6C74-C9FB-4907-BCF6-3A50A89BE3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210238"/>
            <a:ext cx="5956906" cy="36902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93613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BCEC4990-59A6-4891-AA4A-E7A42F5153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460" y="1485900"/>
            <a:ext cx="5066143" cy="3032487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2E0F259C-A39D-489C-920D-35F3E76777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8464" y="1675822"/>
            <a:ext cx="4660035" cy="245452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2879836-B6D6-476B-B9CB-7A465A88AD47}"/>
              </a:ext>
            </a:extLst>
          </p:cNvPr>
          <p:cNvSpPr txBox="1"/>
          <p:nvPr/>
        </p:nvSpPr>
        <p:spPr>
          <a:xfrm>
            <a:off x="1440180" y="472440"/>
            <a:ext cx="41008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 err="1"/>
              <a:t>소스트리</a:t>
            </a:r>
            <a:r>
              <a:rPr lang="ko-KR" altLang="en-US" dirty="0"/>
              <a:t> </a:t>
            </a:r>
            <a:r>
              <a:rPr lang="en-US" altLang="ko-KR" dirty="0"/>
              <a:t>git </a:t>
            </a:r>
            <a:r>
              <a:rPr lang="ko-KR" altLang="en-US" dirty="0"/>
              <a:t>연결 및 </a:t>
            </a:r>
            <a:r>
              <a:rPr lang="ko-KR" altLang="en-US" dirty="0" err="1"/>
              <a:t>브렌치</a:t>
            </a:r>
            <a:r>
              <a:rPr lang="ko-KR" altLang="en-US" dirty="0"/>
              <a:t> </a:t>
            </a:r>
            <a:r>
              <a:rPr lang="ko-KR" altLang="en-US" dirty="0" err="1"/>
              <a:t>받아오기</a:t>
            </a:r>
            <a:endParaRPr lang="ko-KR" altLang="en-US" dirty="0"/>
          </a:p>
        </p:txBody>
      </p: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E69CFF3B-DD9E-4D90-9F5E-7CBB7A432974}"/>
              </a:ext>
            </a:extLst>
          </p:cNvPr>
          <p:cNvCxnSpPr>
            <a:cxnSpLocks/>
          </p:cNvCxnSpPr>
          <p:nvPr/>
        </p:nvCxnSpPr>
        <p:spPr>
          <a:xfrm>
            <a:off x="5638800" y="3002143"/>
            <a:ext cx="81534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603673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0463BA2A-6DE4-481F-A6D0-5024C5A62E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34744" y="252731"/>
            <a:ext cx="4450889" cy="2087788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74BD242A-ACFA-4DC1-A300-836A39E729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517" y="2896468"/>
            <a:ext cx="3410565" cy="3624981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205B3275-142B-4DA8-BD3E-4542C1EA848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05476" y="2613551"/>
            <a:ext cx="2624631" cy="3624981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F9434611-B7CE-4029-85F4-2D273452705A}"/>
              </a:ext>
            </a:extLst>
          </p:cNvPr>
          <p:cNvSpPr txBox="1"/>
          <p:nvPr/>
        </p:nvSpPr>
        <p:spPr>
          <a:xfrm>
            <a:off x="1257300" y="754380"/>
            <a:ext cx="32937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이클립스 경로 설정 및 </a:t>
            </a:r>
            <a:r>
              <a:rPr lang="en-US" altLang="ko-KR" dirty="0"/>
              <a:t>import</a:t>
            </a:r>
            <a:endParaRPr lang="ko-KR" altLang="en-US" dirty="0"/>
          </a:p>
        </p:txBody>
      </p: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B32F5BA2-165B-4FA3-92E6-99BD33D053D2}"/>
              </a:ext>
            </a:extLst>
          </p:cNvPr>
          <p:cNvCxnSpPr>
            <a:cxnSpLocks/>
          </p:cNvCxnSpPr>
          <p:nvPr/>
        </p:nvCxnSpPr>
        <p:spPr>
          <a:xfrm flipH="1">
            <a:off x="3459480" y="2123280"/>
            <a:ext cx="670560" cy="43447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09EE324F-5C94-4DC1-815E-F80D81F194E2}"/>
              </a:ext>
            </a:extLst>
          </p:cNvPr>
          <p:cNvCxnSpPr>
            <a:cxnSpLocks/>
          </p:cNvCxnSpPr>
          <p:nvPr/>
        </p:nvCxnSpPr>
        <p:spPr>
          <a:xfrm>
            <a:off x="5688330" y="4655481"/>
            <a:ext cx="81534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523175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8DB87A81-854A-4C14-BE6E-45BA36F4B7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0441" y="568702"/>
            <a:ext cx="3752889" cy="2484408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7D7203C8-EFC6-4CF0-A4A1-81203AFEED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5769" y="393720"/>
            <a:ext cx="4986068" cy="2621148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FC26D472-5614-4DAC-97B6-3A5A32FBD3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5511" y="3412758"/>
            <a:ext cx="5800489" cy="3035280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E378EEB4-58FA-4DC3-8EAC-538A38598C9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15538" y="3412758"/>
            <a:ext cx="4866143" cy="303528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EB347B1C-FC7D-4E10-A35C-5BE107D38057}"/>
              </a:ext>
            </a:extLst>
          </p:cNvPr>
          <p:cNvSpPr txBox="1"/>
          <p:nvPr/>
        </p:nvSpPr>
        <p:spPr>
          <a:xfrm>
            <a:off x="1981200" y="209054"/>
            <a:ext cx="7280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 err="1"/>
              <a:t>할일</a:t>
            </a:r>
            <a:r>
              <a:rPr lang="ko-KR" altLang="en-US" dirty="0"/>
              <a:t> </a:t>
            </a:r>
          </a:p>
        </p:txBody>
      </p: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07739EBD-F105-4CA6-B295-9B26420D144A}"/>
              </a:ext>
            </a:extLst>
          </p:cNvPr>
          <p:cNvCxnSpPr>
            <a:cxnSpLocks/>
          </p:cNvCxnSpPr>
          <p:nvPr/>
        </p:nvCxnSpPr>
        <p:spPr>
          <a:xfrm>
            <a:off x="4937760" y="1965823"/>
            <a:ext cx="81534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50242670-94AD-4695-90DA-CE73206A93D8}"/>
              </a:ext>
            </a:extLst>
          </p:cNvPr>
          <p:cNvCxnSpPr>
            <a:cxnSpLocks/>
          </p:cNvCxnSpPr>
          <p:nvPr/>
        </p:nvCxnSpPr>
        <p:spPr>
          <a:xfrm flipH="1">
            <a:off x="5345430" y="2745254"/>
            <a:ext cx="609600" cy="4876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65ED30BF-6DD6-497F-89BD-2A1F43F952AC}"/>
              </a:ext>
            </a:extLst>
          </p:cNvPr>
          <p:cNvCxnSpPr>
            <a:cxnSpLocks/>
          </p:cNvCxnSpPr>
          <p:nvPr/>
        </p:nvCxnSpPr>
        <p:spPr>
          <a:xfrm>
            <a:off x="6177602" y="4678543"/>
            <a:ext cx="55633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433843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5330423A-3A54-43B0-938D-4C1DF7EE52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1539" y="296874"/>
            <a:ext cx="4501919" cy="2204786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F5E7544A-516B-4A2D-8540-F16C140600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0201" y="296874"/>
            <a:ext cx="5235575" cy="2755757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60E9BA30-A14C-47B8-A3A4-4307F147F8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068" y="3345110"/>
            <a:ext cx="5388521" cy="28252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43700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F12A3497-B801-4356-B852-4C1F40A9EC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3006" y="483853"/>
            <a:ext cx="4504888" cy="2430611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53A0C9B6-01DA-46D9-B54F-5BD9680DB4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02918" y="426984"/>
            <a:ext cx="5010346" cy="2622982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627ADE3B-857B-4C8F-9DFE-5BCAB9A5609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3006" y="3265609"/>
            <a:ext cx="5702641" cy="3002016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C1027060-D426-440E-9997-C7AB765190E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60439" y="3236054"/>
            <a:ext cx="4798324" cy="30611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14349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853BCABB-17F7-42D1-9FAC-08F178A216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785" y="257752"/>
            <a:ext cx="4282621" cy="2567031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0E844CF8-80A7-423A-800F-E075B77CCF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0686" y="83890"/>
            <a:ext cx="4960057" cy="3433602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C04A5F75-95D2-4D1A-8886-6B30498050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0128" y="3174824"/>
            <a:ext cx="2685933" cy="3569515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66426969-EE64-47E0-BBB2-C55A9BD47158}"/>
              </a:ext>
            </a:extLst>
          </p:cNvPr>
          <p:cNvSpPr txBox="1"/>
          <p:nvPr/>
        </p:nvSpPr>
        <p:spPr>
          <a:xfrm>
            <a:off x="6096000" y="4701540"/>
            <a:ext cx="11897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병합 요청</a:t>
            </a:r>
          </a:p>
        </p:txBody>
      </p:sp>
    </p:spTree>
    <p:extLst>
      <p:ext uri="{BB962C8B-B14F-4D97-AF65-F5344CB8AC3E}">
        <p14:creationId xmlns:p14="http://schemas.microsoft.com/office/powerpoint/2010/main" val="42130961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86743697-5DA4-4C0D-925A-207BA75490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377462"/>
            <a:ext cx="5892030" cy="3523375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7716E5A6-A87C-4AED-877C-1D8DEEF817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77461"/>
            <a:ext cx="5979575" cy="352337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77FADB1-33B8-4ECE-907F-4B6860DA183C}"/>
              </a:ext>
            </a:extLst>
          </p:cNvPr>
          <p:cNvSpPr txBox="1"/>
          <p:nvPr/>
        </p:nvSpPr>
        <p:spPr>
          <a:xfrm>
            <a:off x="4091940" y="5135880"/>
            <a:ext cx="26532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병합 확인 후 이슈 </a:t>
            </a:r>
            <a:r>
              <a:rPr lang="en-US" altLang="ko-KR" dirty="0"/>
              <a:t>close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3465071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</TotalTime>
  <Words>19</Words>
  <Application>Microsoft Office PowerPoint</Application>
  <PresentationFormat>와이드스크린</PresentationFormat>
  <Paragraphs>5</Paragraphs>
  <Slides>8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</vt:i4>
      </vt:variant>
    </vt:vector>
  </HeadingPairs>
  <TitlesOfParts>
    <vt:vector size="11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FullName</dc:creator>
  <cp:lastModifiedBy>FullName</cp:lastModifiedBy>
  <cp:revision>5</cp:revision>
  <dcterms:created xsi:type="dcterms:W3CDTF">2026-04-22T00:57:26Z</dcterms:created>
  <dcterms:modified xsi:type="dcterms:W3CDTF">2026-04-22T01:32:13Z</dcterms:modified>
</cp:coreProperties>
</file>