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89C6E9-2581-4A35-9BF3-E14E3F47432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A330F14-BF22-44CD-85A1-6DE092C0CE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632517-FFB1-47ED-9652-978D7F3EE7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CB9B0-D38A-4B44-9296-D915A20C935D}" type="datetimeFigureOut">
              <a:rPr lang="ko-KR" altLang="en-US" smtClean="0"/>
              <a:t>2026-04-16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E98E336-024E-4E38-84DF-F579F9C5D2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9ACEA24-6DDD-4690-9557-EBD08D07DE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C0120-55BE-4EC0-AEF9-C616D705E7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56181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6F3767-ACEE-4565-87A6-8C30539EB8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6091C00-3534-475B-B9F1-1F575EC60A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409DFD2-B28F-4E26-82E8-A82640AE94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CB9B0-D38A-4B44-9296-D915A20C935D}" type="datetimeFigureOut">
              <a:rPr lang="ko-KR" altLang="en-US" smtClean="0"/>
              <a:t>2026-04-16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9C5C464-03D2-4110-95E9-F16169DBFA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C452BB3-0E23-4A10-AC59-F627BE95D9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C0120-55BE-4EC0-AEF9-C616D705E7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06540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92C99A-3D4D-4548-883E-FDDD4F9711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0769C03-45BB-413D-B533-0865D5FAC9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6DE8777-B352-47DE-9571-65B23BEA75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CB9B0-D38A-4B44-9296-D915A20C935D}" type="datetimeFigureOut">
              <a:rPr lang="ko-KR" altLang="en-US" smtClean="0"/>
              <a:t>2026-04-16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5F492C0-34C2-4EC4-B790-9AD2FCB46A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F5082AB-EB28-4E1F-B44E-B3999DAE10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C0120-55BE-4EC0-AEF9-C616D705E7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54528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41B220-AFDF-4AA2-90BA-56E082B461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52E73-115F-4F86-9811-DB724C17125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2CB516E-B998-47C1-98EB-4E57A596E6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99DE42A-3AFF-4F2A-BE13-44C8BB3F3A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CB9B0-D38A-4B44-9296-D915A20C935D}" type="datetimeFigureOut">
              <a:rPr lang="ko-KR" altLang="en-US" smtClean="0"/>
              <a:t>2026-04-16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7835DB6-4379-4124-B895-7EA719E46C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A87C18D-40F9-4B93-AC2F-A555F6C7B4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C0120-55BE-4EC0-AEF9-C616D705E7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90457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F4FDC9-6C51-44EE-8B6A-0683B9A821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C8ADC86-2A58-4B4B-B49C-0A2D0E029C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1A81B27-F05E-47D3-ABE9-E9BE3590DA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FCAFCA1-DCA6-41A0-B281-C9C47DCD40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C7C70577-8E6B-42B5-843C-3AA6E17EE40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8BF8435-B3A3-4A36-8DDC-E369C42E81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CB9B0-D38A-4B44-9296-D915A20C935D}" type="datetimeFigureOut">
              <a:rPr lang="ko-KR" altLang="en-US" smtClean="0"/>
              <a:t>2026-04-16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8ACBDD67-2018-4A20-A846-96BD44867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068B6258-60C4-449B-9429-F85B0D3A5E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C0120-55BE-4EC0-AEF9-C616D705E7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38062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ECE655-A714-437F-9F3D-3D6DF1EF3D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F55FA02-EF4A-4949-AD17-CD76F775FA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CB9B0-D38A-4B44-9296-D915A20C935D}" type="datetimeFigureOut">
              <a:rPr lang="ko-KR" altLang="en-US" smtClean="0"/>
              <a:t>2026-04-16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1B2992B-BDFB-442E-BD86-243C6AA854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EB44545-86EF-4A8F-AA86-708EBA4822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C0120-55BE-4EC0-AEF9-C616D705E7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861722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11BDC8C1-E0AC-4170-A903-321FE63C11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CB9B0-D38A-4B44-9296-D915A20C935D}" type="datetimeFigureOut">
              <a:rPr lang="ko-KR" altLang="en-US" smtClean="0"/>
              <a:t>2026-04-16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30BC96E-4BB5-45AD-8AFC-DB4A656D6A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346384C-1EC8-4AF4-ACE3-564FD8810B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C0120-55BE-4EC0-AEF9-C616D705E7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62150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B709282-D9FF-4663-AF53-B217CB6BC7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3B26DDB-5835-4985-A76F-AC34D0B73D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1C873EE-7364-43BC-A955-5917AE2802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F248AF0-B34C-4225-85CE-CEC410FFD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CB9B0-D38A-4B44-9296-D915A20C935D}" type="datetimeFigureOut">
              <a:rPr lang="ko-KR" altLang="en-US" smtClean="0"/>
              <a:t>2026-04-16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40BC138-BAED-430F-A561-CA0A7A704C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C945D40-6A05-45B8-A6B3-CACE89DF5E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C0120-55BE-4EC0-AEF9-C616D705E7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70983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4357727-A87B-4548-92BC-7C5AF06AD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F65BFB01-6BF6-405B-9A17-B6573E36DF7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DD1155E-52A6-469F-A356-BB829BEA6C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6D49E6B-BAA3-4FD4-A06B-506E4571A7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CB9B0-D38A-4B44-9296-D915A20C935D}" type="datetimeFigureOut">
              <a:rPr lang="ko-KR" altLang="en-US" smtClean="0"/>
              <a:t>2026-04-16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4505048-0421-4E70-AD47-468A9A4C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1361224-3C1B-415C-8836-F04B538931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C0120-55BE-4EC0-AEF9-C616D705E7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74785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4E4257D-B186-46C0-9981-9B6E9ECB8D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9222748-AB7B-4DB9-98D5-8B93E4720C3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7BAF849-8D5C-418D-B2B1-E645B5471F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CB9B0-D38A-4B44-9296-D915A20C935D}" type="datetimeFigureOut">
              <a:rPr lang="ko-KR" altLang="en-US" smtClean="0"/>
              <a:t>2026-04-16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3650AB5-B319-47FD-AC2C-9CF402898F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F5D407B-8407-488A-881A-E69AA1E294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C0120-55BE-4EC0-AEF9-C616D705E7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95112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40F84526-4C26-41F0-8801-8B670FF72B3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DBDEBBD-9ED9-4FA6-A775-BCC9B3E186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7490FA9-2D25-476F-B5E7-6CDE6DF335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CB9B0-D38A-4B44-9296-D915A20C935D}" type="datetimeFigureOut">
              <a:rPr lang="ko-KR" altLang="en-US" smtClean="0"/>
              <a:t>2026-04-16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53523B5-3C0A-40CF-B859-1F6B390EE7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B5AF08-5683-43CC-911A-A3714233D2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C0120-55BE-4EC0-AEF9-C616D705E7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89367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7F18E9CB-6484-45D0-875C-2879720D9A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7296AD-071A-4FD1-B6E2-4A5DB0C019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22D0CE0-F65B-42D6-8498-250F2A0931A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1CB9B0-D38A-4B44-9296-D915A20C935D}" type="datetimeFigureOut">
              <a:rPr lang="ko-KR" altLang="en-US" smtClean="0"/>
              <a:t>2026-04-16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A2E6CBF-BCD2-41FF-B5A8-6E6B82B0375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F4DE7A9-F236-4E04-B529-BF3F0EEC7E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C1C0120-55BE-4EC0-AEF9-C616D705E7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253169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7E5F689-A91C-411F-9996-8A2A35A593D0}"/>
              </a:ext>
            </a:extLst>
          </p:cNvPr>
          <p:cNvSpPr txBox="1"/>
          <p:nvPr/>
        </p:nvSpPr>
        <p:spPr>
          <a:xfrm>
            <a:off x="6283353" y="310393"/>
            <a:ext cx="496628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시나리오</a:t>
            </a:r>
            <a:r>
              <a:rPr lang="en-US" altLang="ko-KR" dirty="0"/>
              <a:t>(</a:t>
            </a:r>
            <a:r>
              <a:rPr lang="ko-KR" altLang="en-US" dirty="0"/>
              <a:t>구매</a:t>
            </a:r>
            <a:r>
              <a:rPr lang="en-US" altLang="ko-KR" dirty="0"/>
              <a:t>)</a:t>
            </a:r>
          </a:p>
          <a:p>
            <a:pPr marL="285750" indent="-285750">
              <a:buFontTx/>
              <a:buChar char="-"/>
            </a:pPr>
            <a:r>
              <a:rPr lang="ko-KR" altLang="en-US" dirty="0"/>
              <a:t>농산물 거래 시스템에서 회원은 제품을 보고 구매하는 과정이 담겨야 하므로 제품과 구매한 회원 정보</a:t>
            </a:r>
            <a:r>
              <a:rPr lang="en-US" altLang="ko-KR" dirty="0"/>
              <a:t>, </a:t>
            </a:r>
            <a:r>
              <a:rPr lang="ko-KR" altLang="en-US" dirty="0"/>
              <a:t>구매에 관한 정보를 가진 데이터를 저장한다</a:t>
            </a:r>
            <a:r>
              <a:rPr lang="en-US" altLang="ko-KR" dirty="0"/>
              <a:t>.</a:t>
            </a:r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D5CD92AC-8BB5-4FDD-84D9-CB1D3112A6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246008"/>
              </p:ext>
            </p:extLst>
          </p:nvPr>
        </p:nvGraphicFramePr>
        <p:xfrm>
          <a:off x="61519" y="3429000"/>
          <a:ext cx="3952689" cy="1844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7563">
                  <a:extLst>
                    <a:ext uri="{9D8B030D-6E8A-4147-A177-3AD203B41FA5}">
                      <a16:colId xmlns:a16="http://schemas.microsoft.com/office/drawing/2014/main" val="3991458496"/>
                    </a:ext>
                  </a:extLst>
                </a:gridCol>
                <a:gridCol w="1317563">
                  <a:extLst>
                    <a:ext uri="{9D8B030D-6E8A-4147-A177-3AD203B41FA5}">
                      <a16:colId xmlns:a16="http://schemas.microsoft.com/office/drawing/2014/main" val="1918976038"/>
                    </a:ext>
                  </a:extLst>
                </a:gridCol>
                <a:gridCol w="1317563">
                  <a:extLst>
                    <a:ext uri="{9D8B030D-6E8A-4147-A177-3AD203B41FA5}">
                      <a16:colId xmlns:a16="http://schemas.microsoft.com/office/drawing/2014/main" val="307046011"/>
                    </a:ext>
                  </a:extLst>
                </a:gridCol>
              </a:tblGrid>
              <a:tr h="24537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컬럼명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자료조건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제약조건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884716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 err="1"/>
                        <a:t>member._id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VARCHAR(45)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PK</a:t>
                      </a:r>
                      <a:endParaRPr lang="ko-KR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7525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Name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VARCHAR(45)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Not null</a:t>
                      </a:r>
                      <a:endParaRPr lang="ko-KR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32718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password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VARCHAR(45)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Not null</a:t>
                      </a:r>
                      <a:endParaRPr lang="ko-KR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00248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Phone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VARCHAR(45)</a:t>
                      </a:r>
                      <a:endParaRPr lang="ko-KR" altLang="en-US" sz="1200" dirty="0"/>
                    </a:p>
                    <a:p>
                      <a:pPr algn="l" latinLnBrk="1"/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Not null</a:t>
                      </a:r>
                      <a:endParaRPr lang="ko-KR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2774162"/>
                  </a:ext>
                </a:extLst>
              </a:tr>
            </a:tbl>
          </a:graphicData>
        </a:graphic>
      </p:graphicFrame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8FD82E6A-DE2F-477B-B2D4-EC40200485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3425419"/>
              </p:ext>
            </p:extLst>
          </p:nvPr>
        </p:nvGraphicFramePr>
        <p:xfrm>
          <a:off x="8108012" y="3429000"/>
          <a:ext cx="4022469" cy="287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0823">
                  <a:extLst>
                    <a:ext uri="{9D8B030D-6E8A-4147-A177-3AD203B41FA5}">
                      <a16:colId xmlns:a16="http://schemas.microsoft.com/office/drawing/2014/main" val="3991458496"/>
                    </a:ext>
                  </a:extLst>
                </a:gridCol>
                <a:gridCol w="1340823">
                  <a:extLst>
                    <a:ext uri="{9D8B030D-6E8A-4147-A177-3AD203B41FA5}">
                      <a16:colId xmlns:a16="http://schemas.microsoft.com/office/drawing/2014/main" val="1918976038"/>
                    </a:ext>
                  </a:extLst>
                </a:gridCol>
                <a:gridCol w="1340823">
                  <a:extLst>
                    <a:ext uri="{9D8B030D-6E8A-4147-A177-3AD203B41FA5}">
                      <a16:colId xmlns:a16="http://schemas.microsoft.com/office/drawing/2014/main" val="30704601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컬럼명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자료조건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제약조건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884716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 err="1"/>
                        <a:t>Product_id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INT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PK</a:t>
                      </a:r>
                      <a:endParaRPr lang="ko-KR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7525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 err="1"/>
                        <a:t>Seller_id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INT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FK</a:t>
                      </a:r>
                      <a:endParaRPr lang="ko-KR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32718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 err="1"/>
                        <a:t>product_img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BLOB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Not null</a:t>
                      </a:r>
                      <a:endParaRPr lang="ko-KR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00248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 err="1"/>
                        <a:t>product_info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VARCHAR(200)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Not null</a:t>
                      </a:r>
                      <a:endParaRPr lang="ko-KR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27741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address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VARCHAR(200)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Not 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44331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price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VARCHAR(45)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Not 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62687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 err="1"/>
                        <a:t>Product_name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VARCHAR(45)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63086814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A1F6D490-5AB4-4EE0-97B1-EFDBDB3B21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1917067"/>
              </p:ext>
            </p:extLst>
          </p:nvPr>
        </p:nvGraphicFramePr>
        <p:xfrm>
          <a:off x="4080634" y="3429000"/>
          <a:ext cx="3960951" cy="287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0317">
                  <a:extLst>
                    <a:ext uri="{9D8B030D-6E8A-4147-A177-3AD203B41FA5}">
                      <a16:colId xmlns:a16="http://schemas.microsoft.com/office/drawing/2014/main" val="3991458496"/>
                    </a:ext>
                  </a:extLst>
                </a:gridCol>
                <a:gridCol w="1320317">
                  <a:extLst>
                    <a:ext uri="{9D8B030D-6E8A-4147-A177-3AD203B41FA5}">
                      <a16:colId xmlns:a16="http://schemas.microsoft.com/office/drawing/2014/main" val="1918976038"/>
                    </a:ext>
                  </a:extLst>
                </a:gridCol>
                <a:gridCol w="1320317">
                  <a:extLst>
                    <a:ext uri="{9D8B030D-6E8A-4147-A177-3AD203B41FA5}">
                      <a16:colId xmlns:a16="http://schemas.microsoft.com/office/drawing/2014/main" val="307046011"/>
                    </a:ext>
                  </a:extLst>
                </a:gridCol>
              </a:tblGrid>
              <a:tr h="24537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컬럼명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자료조건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제약조건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884716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 err="1"/>
                        <a:t>order_id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INT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PK</a:t>
                      </a:r>
                      <a:endParaRPr lang="ko-KR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7525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 err="1"/>
                        <a:t>member_id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VARCHAR(45)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FK</a:t>
                      </a:r>
                      <a:endParaRPr lang="ko-KR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32718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 err="1"/>
                        <a:t>product_id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INT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FK</a:t>
                      </a:r>
                      <a:endParaRPr lang="ko-KR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00248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 err="1"/>
                        <a:t>order_count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INT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Not null</a:t>
                      </a:r>
                      <a:endParaRPr lang="ko-KR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27741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address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VARCHAR(45)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Not 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30580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 err="1"/>
                        <a:t>buy_datetime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DATETIME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Not 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11426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process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VARCHAR(45)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Not 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984167"/>
                  </a:ext>
                </a:extLst>
              </a:tr>
            </a:tbl>
          </a:graphicData>
        </a:graphic>
      </p:graphicFrame>
      <p:pic>
        <p:nvPicPr>
          <p:cNvPr id="13" name="그림 12">
            <a:extLst>
              <a:ext uri="{FF2B5EF4-FFF2-40B4-BE49-F238E27FC236}">
                <a16:creationId xmlns:a16="http://schemas.microsoft.com/office/drawing/2014/main" id="{FA19F292-3C4C-47F2-9949-237D40492C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832" y="179806"/>
            <a:ext cx="5892522" cy="2661831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3C857B5-2B3D-4AF4-8309-85C93FFF6E65}"/>
              </a:ext>
            </a:extLst>
          </p:cNvPr>
          <p:cNvSpPr txBox="1"/>
          <p:nvPr/>
        </p:nvSpPr>
        <p:spPr>
          <a:xfrm>
            <a:off x="1366743" y="3059667"/>
            <a:ext cx="13422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member </a:t>
            </a:r>
            <a:r>
              <a:rPr lang="ko-KR" altLang="en-US" sz="1200" dirty="0"/>
              <a:t>테이블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1343A1E-FC7F-4B38-9D26-31D0B94DD146}"/>
              </a:ext>
            </a:extLst>
          </p:cNvPr>
          <p:cNvSpPr txBox="1"/>
          <p:nvPr/>
        </p:nvSpPr>
        <p:spPr>
          <a:xfrm>
            <a:off x="5461235" y="3057350"/>
            <a:ext cx="134223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order </a:t>
            </a:r>
            <a:r>
              <a:rPr lang="ko-KR" altLang="en-US" sz="1200" dirty="0"/>
              <a:t>테이블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BBC7454-B472-4A13-BBE8-E1E543B7D5B4}"/>
              </a:ext>
            </a:extLst>
          </p:cNvPr>
          <p:cNvSpPr txBox="1"/>
          <p:nvPr/>
        </p:nvSpPr>
        <p:spPr>
          <a:xfrm>
            <a:off x="9478187" y="3057350"/>
            <a:ext cx="128211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product </a:t>
            </a:r>
            <a:r>
              <a:rPr lang="ko-KR" altLang="en-US" sz="1200" dirty="0"/>
              <a:t>테이블</a:t>
            </a:r>
          </a:p>
        </p:txBody>
      </p:sp>
    </p:spTree>
    <p:extLst>
      <p:ext uri="{BB962C8B-B14F-4D97-AF65-F5344CB8AC3E}">
        <p14:creationId xmlns:p14="http://schemas.microsoft.com/office/powerpoint/2010/main" val="7380528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</TotalTime>
  <Words>160</Words>
  <Application>Microsoft Office PowerPoint</Application>
  <PresentationFormat>와이드스크린</PresentationFormat>
  <Paragraphs>67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4" baseType="lpstr">
      <vt:lpstr>맑은 고딕</vt:lpstr>
      <vt:lpstr>Arial</vt:lpstr>
      <vt:lpstr>Office 테마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FullName</dc:creator>
  <cp:lastModifiedBy>FullName</cp:lastModifiedBy>
  <cp:revision>5</cp:revision>
  <dcterms:created xsi:type="dcterms:W3CDTF">2026-04-16T02:45:49Z</dcterms:created>
  <dcterms:modified xsi:type="dcterms:W3CDTF">2026-04-16T03:30:21Z</dcterms:modified>
</cp:coreProperties>
</file>