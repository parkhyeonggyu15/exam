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9C6E9-2581-4A35-9BF3-E14E3F474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330F14-BF22-44CD-85A1-6DE092C0C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632517-FFB1-47ED-9652-978D7F3E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98E336-024E-4E38-84DF-F579F9C5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ACEA24-6DDD-4690-9557-EBD08D07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618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F3767-ACEE-4565-87A6-8C30539EB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091C00-3534-475B-B9F1-1F575EC6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09DFD2-B28F-4E26-82E8-A82640AE9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C5C464-03D2-4110-95E9-F16169DB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452BB3-0E23-4A10-AC59-F627BE95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65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2C99A-3D4D-4548-883E-FDDD4F97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769C03-45BB-413D-B533-0865D5FAC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E8777-B352-47DE-9571-65B23BEA7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F492C0-34C2-4EC4-B790-9AD2FCB4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5082AB-EB28-4E1F-B44E-B3999DAE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452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1B220-AFDF-4AA2-90BA-56E082B4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52E73-115F-4F86-9811-DB724C171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CB516E-B998-47C1-98EB-4E57A596E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9DE42A-3AFF-4F2A-BE13-44C8BB3F3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835DB6-4379-4124-B895-7EA719E46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87C18D-40F9-4B93-AC2F-A555F6C7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4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4FDC9-6C51-44EE-8B6A-0683B9A8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8ADC86-2A58-4B4B-B49C-0A2D0E02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A81B27-F05E-47D3-ABE9-E9BE3590D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CAFCA1-DCA6-41A0-B281-C9C47DCD4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C70577-8E6B-42B5-843C-3AA6E17EE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BF8435-B3A3-4A36-8DDC-E369C42E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CBDD67-2018-4A20-A846-96BD4486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8B6258-60C4-449B-9429-F85B0D3A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806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CE655-A714-437F-9F3D-3D6DF1EF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55FA02-EF4A-4949-AD17-CD76F775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B2992B-BDFB-442E-BD86-243C6AA8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44545-86EF-4A8F-AA86-708EBA48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17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BDC8C1-E0AC-4170-A903-321FE63C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0BC96E-4BB5-45AD-8AFC-DB4A656D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46384C-1EC8-4AF4-ACE3-564FD881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21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09282-D9FF-4663-AF53-B217CB6B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B26DDB-5835-4985-A76F-AC34D0B73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C873EE-7364-43BC-A955-5917AE280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248AF0-B34C-4225-85CE-CEC410FFD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0BC138-BAED-430F-A561-CA0A7A7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945D40-6A05-45B8-A6B3-CACE89DF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09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57727-A87B-4548-92BC-7C5AF06A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5BFB01-6BF6-405B-9A17-B6573E36DF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D1155E-52A6-469F-A356-BB829BEA6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D49E6B-BAA3-4FD4-A06B-506E4571A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505048-0421-4E70-AD47-468A9A4C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61224-3C1B-415C-8836-F04B53893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478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4257D-B186-46C0-9981-9B6E9ECB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222748-AB7B-4DB9-98D5-8B93E4720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BAF849-8D5C-418D-B2B1-E645B547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650AB5-B319-47FD-AC2C-9CF40289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5D407B-8407-488A-881A-E69AA1E2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51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0F84526-4C26-41F0-8801-8B670FF72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BDEBBD-9ED9-4FA6-A775-BCC9B3E18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490FA9-2D25-476F-B5E7-6CDE6DF3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3523B5-3C0A-40CF-B859-1F6B390E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B5AF08-5683-43CC-911A-A3714233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936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18E9CB-6484-45D0-875C-2879720D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7296AD-071A-4FD1-B6E2-4A5DB0C01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D0CE0-F65B-42D6-8498-250F2A093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CB9B0-D38A-4B44-9296-D915A20C935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2E6CBF-BCD2-41FF-B5A8-6E6B82B03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4DE7A9-F236-4E04-B529-BF3F0EEC7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C0120-55BE-4EC0-AEF9-C616D705E7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31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E5F689-A91C-411F-9996-8A2A35A593D0}"/>
              </a:ext>
            </a:extLst>
          </p:cNvPr>
          <p:cNvSpPr txBox="1"/>
          <p:nvPr/>
        </p:nvSpPr>
        <p:spPr>
          <a:xfrm>
            <a:off x="6283353" y="310393"/>
            <a:ext cx="4966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시나리오</a:t>
            </a:r>
            <a:r>
              <a:rPr lang="en-US" altLang="ko-KR" dirty="0"/>
              <a:t>(</a:t>
            </a:r>
            <a:r>
              <a:rPr lang="ko-KR" altLang="en-US" dirty="0"/>
              <a:t>구매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농수산물 거래 시스템에서 회원은 제품을 구매 </a:t>
            </a:r>
            <a:r>
              <a:rPr lang="ko-KR" altLang="en-US" dirty="0" err="1"/>
              <a:t>했을때</a:t>
            </a:r>
            <a:r>
              <a:rPr lang="ko-KR" altLang="en-US" dirty="0"/>
              <a:t> 주문에 관한 정보가 담겨야 하므로 주문정보에 대한 데이터를 </a:t>
            </a:r>
            <a:r>
              <a:rPr lang="en-US" altLang="ko-KR" dirty="0"/>
              <a:t>order</a:t>
            </a:r>
            <a:r>
              <a:rPr lang="ko-KR" altLang="en-US" dirty="0"/>
              <a:t>테이블에 저장한다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D5CD92AC-8BB5-4FDD-84D9-CB1D3112A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727306"/>
              </p:ext>
            </p:extLst>
          </p:nvPr>
        </p:nvGraphicFramePr>
        <p:xfrm>
          <a:off x="61519" y="3429000"/>
          <a:ext cx="3952689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563">
                  <a:extLst>
                    <a:ext uri="{9D8B030D-6E8A-4147-A177-3AD203B41FA5}">
                      <a16:colId xmlns:a16="http://schemas.microsoft.com/office/drawing/2014/main" val="3991458496"/>
                    </a:ext>
                  </a:extLst>
                </a:gridCol>
                <a:gridCol w="1317563">
                  <a:extLst>
                    <a:ext uri="{9D8B030D-6E8A-4147-A177-3AD203B41FA5}">
                      <a16:colId xmlns:a16="http://schemas.microsoft.com/office/drawing/2014/main" val="1918976038"/>
                    </a:ext>
                  </a:extLst>
                </a:gridCol>
                <a:gridCol w="1317563">
                  <a:extLst>
                    <a:ext uri="{9D8B030D-6E8A-4147-A177-3AD203B41FA5}">
                      <a16:colId xmlns:a16="http://schemas.microsoft.com/office/drawing/2014/main" val="307046011"/>
                    </a:ext>
                  </a:extLst>
                </a:gridCol>
              </a:tblGrid>
              <a:tr h="2453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컬럼명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자료조건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47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member._id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VARCHAR(45)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PK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5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name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VARCHAR(45)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27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password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VARCHAR(45)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024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phone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VARCHAR(45)</a:t>
                      </a:r>
                      <a:endParaRPr lang="ko-KR" altLang="en-US" sz="1200" dirty="0"/>
                    </a:p>
                    <a:p>
                      <a:pPr algn="l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7416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FD82E6A-DE2F-477B-B2D4-EC4020048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900018"/>
              </p:ext>
            </p:extLst>
          </p:nvPr>
        </p:nvGraphicFramePr>
        <p:xfrm>
          <a:off x="8112154" y="3429000"/>
          <a:ext cx="4018327" cy="324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187">
                  <a:extLst>
                    <a:ext uri="{9D8B030D-6E8A-4147-A177-3AD203B41FA5}">
                      <a16:colId xmlns:a16="http://schemas.microsoft.com/office/drawing/2014/main" val="3991458496"/>
                    </a:ext>
                  </a:extLst>
                </a:gridCol>
                <a:gridCol w="1493241">
                  <a:extLst>
                    <a:ext uri="{9D8B030D-6E8A-4147-A177-3AD203B41FA5}">
                      <a16:colId xmlns:a16="http://schemas.microsoft.com/office/drawing/2014/main" val="1918976038"/>
                    </a:ext>
                  </a:extLst>
                </a:gridCol>
                <a:gridCol w="838899">
                  <a:extLst>
                    <a:ext uri="{9D8B030D-6E8A-4147-A177-3AD203B41FA5}">
                      <a16:colId xmlns:a16="http://schemas.microsoft.com/office/drawing/2014/main" val="307046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컬럼명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자료조건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47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product_id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INT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PK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5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seller_id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INT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FK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27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category_category_id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INT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FK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024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/>
                        <a:t>product_img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BLOB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7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product_info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VARCHAR(200)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43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address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VARCHAR(200)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268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price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VARCHAR(45)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08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Product_name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VARCHAR(45)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736067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1F6D490-5AB4-4EE0-97B1-EFDBDB3B2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917067"/>
              </p:ext>
            </p:extLst>
          </p:nvPr>
        </p:nvGraphicFramePr>
        <p:xfrm>
          <a:off x="4080634" y="3429000"/>
          <a:ext cx="3960951" cy="28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317">
                  <a:extLst>
                    <a:ext uri="{9D8B030D-6E8A-4147-A177-3AD203B41FA5}">
                      <a16:colId xmlns:a16="http://schemas.microsoft.com/office/drawing/2014/main" val="3991458496"/>
                    </a:ext>
                  </a:extLst>
                </a:gridCol>
                <a:gridCol w="1320317">
                  <a:extLst>
                    <a:ext uri="{9D8B030D-6E8A-4147-A177-3AD203B41FA5}">
                      <a16:colId xmlns:a16="http://schemas.microsoft.com/office/drawing/2014/main" val="1918976038"/>
                    </a:ext>
                  </a:extLst>
                </a:gridCol>
                <a:gridCol w="1320317">
                  <a:extLst>
                    <a:ext uri="{9D8B030D-6E8A-4147-A177-3AD203B41FA5}">
                      <a16:colId xmlns:a16="http://schemas.microsoft.com/office/drawing/2014/main" val="307046011"/>
                    </a:ext>
                  </a:extLst>
                </a:gridCol>
              </a:tblGrid>
              <a:tr h="2453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컬럼명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자료조건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47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order_id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INT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PK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5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member_id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VARCHAR(45)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FK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27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product_id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INT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FK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024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order_count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INT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7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address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VARCHAR(45)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05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buy_datetime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DATETIME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142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process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VARCHAR(45)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84167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FA19F292-3C4C-47F2-9949-237D40492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2" y="179806"/>
            <a:ext cx="5892522" cy="26618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C857B5-2B3D-4AF4-8309-85C93FFF6E65}"/>
              </a:ext>
            </a:extLst>
          </p:cNvPr>
          <p:cNvSpPr txBox="1"/>
          <p:nvPr/>
        </p:nvSpPr>
        <p:spPr>
          <a:xfrm>
            <a:off x="1366743" y="3059667"/>
            <a:ext cx="1342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member </a:t>
            </a:r>
            <a:r>
              <a:rPr lang="ko-KR" altLang="en-US" sz="1200" dirty="0"/>
              <a:t>테이블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343A1E-FC7F-4B38-9D26-31D0B94DD146}"/>
              </a:ext>
            </a:extLst>
          </p:cNvPr>
          <p:cNvSpPr txBox="1"/>
          <p:nvPr/>
        </p:nvSpPr>
        <p:spPr>
          <a:xfrm>
            <a:off x="5461235" y="3057350"/>
            <a:ext cx="1342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order </a:t>
            </a:r>
            <a:r>
              <a:rPr lang="ko-KR" altLang="en-US" sz="1200" dirty="0"/>
              <a:t>테이블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BC7454-B472-4A13-BBE8-E1E543B7D5B4}"/>
              </a:ext>
            </a:extLst>
          </p:cNvPr>
          <p:cNvSpPr txBox="1"/>
          <p:nvPr/>
        </p:nvSpPr>
        <p:spPr>
          <a:xfrm>
            <a:off x="9478187" y="3057350"/>
            <a:ext cx="1282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product </a:t>
            </a:r>
            <a:r>
              <a:rPr lang="ko-KR" altLang="en-US" sz="1200" dirty="0"/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738052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164</Words>
  <Application>Microsoft Office PowerPoint</Application>
  <PresentationFormat>와이드스크린</PresentationFormat>
  <Paragraphs>70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12</cp:revision>
  <dcterms:created xsi:type="dcterms:W3CDTF">2026-04-16T02:45:49Z</dcterms:created>
  <dcterms:modified xsi:type="dcterms:W3CDTF">2026-04-17T07:29:38Z</dcterms:modified>
</cp:coreProperties>
</file>